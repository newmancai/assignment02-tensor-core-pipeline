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91a6b10ae451e" /><Relationship Type="http://schemas.openxmlformats.org/officeDocument/2006/relationships/extended-properties" Target="/docProps/app.xml" Id="R20d603beecd64a98" /><Relationship Type="http://schemas.openxmlformats.org/officeDocument/2006/relationships/officeDocument" Target="/ppt/presentation.xml" Id="R1ddf9e88dbd2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c3564ba164aff"/>
  </p:sldMasterIdLst>
  <p:notesMasterIdLst>
    <p:notesMasterId xmlns:r="http://schemas.openxmlformats.org/officeDocument/2006/relationships" r:id="Rab7938931b9844a2"/>
  </p:notesMasterIdLst>
  <p:sldIdLst>
    <p:sldId xmlns:r="http://schemas.openxmlformats.org/officeDocument/2006/relationships" id="256" r:id="R8ef4ef73175b43db"/>
    <p:sldId xmlns:r="http://schemas.openxmlformats.org/officeDocument/2006/relationships" id="257" r:id="R988cd5818a044a36"/>
    <p:sldId xmlns:r="http://schemas.openxmlformats.org/officeDocument/2006/relationships" id="258" r:id="R5bab347cb4594a65"/>
    <p:sldId xmlns:r="http://schemas.openxmlformats.org/officeDocument/2006/relationships" id="259" r:id="Rcce75f1ecb8a4782"/>
    <p:sldId xmlns:r="http://schemas.openxmlformats.org/officeDocument/2006/relationships" id="260" r:id="R0121baa688bc4ab0"/>
    <p:sldId xmlns:r="http://schemas.openxmlformats.org/officeDocument/2006/relationships" id="261" r:id="R245b24e304ce4ac3"/>
    <p:sldId xmlns:r="http://schemas.openxmlformats.org/officeDocument/2006/relationships" id="262" r:id="Ra2f2a00a76d04c55"/>
    <p:sldId xmlns:r="http://schemas.openxmlformats.org/officeDocument/2006/relationships" id="263" r:id="R54b0c6a26b234bec"/>
    <p:sldId xmlns:r="http://schemas.openxmlformats.org/officeDocument/2006/relationships" id="264" r:id="R972205e592f14679"/>
    <p:sldId xmlns:r="http://schemas.openxmlformats.org/officeDocument/2006/relationships" id="265" r:id="Rf2f5e4dbe0454977"/>
    <p:sldId xmlns:r="http://schemas.openxmlformats.org/officeDocument/2006/relationships" id="266" r:id="Re90168b8d6ee441e"/>
    <p:sldId xmlns:r="http://schemas.openxmlformats.org/officeDocument/2006/relationships" id="267" r:id="Rc7d0815890df4f54"/>
    <p:sldId xmlns:r="http://schemas.openxmlformats.org/officeDocument/2006/relationships" id="268" r:id="R05f7faeeab9e4783"/>
    <p:sldId xmlns:r="http://schemas.openxmlformats.org/officeDocument/2006/relationships" id="269" r:id="Rd85076b85d9d4392"/>
    <p:sldId xmlns:r="http://schemas.openxmlformats.org/officeDocument/2006/relationships" id="270" r:id="R0bfdfdea1f5d42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7b5908a244182" /><Relationship Type="http://schemas.openxmlformats.org/officeDocument/2006/relationships/slideMaster" Target="/ppt/slideMasters/slideMaster1.xml" Id="Rb8dc3564ba164aff" /><Relationship Type="http://schemas.openxmlformats.org/officeDocument/2006/relationships/notesMaster" Target="/ppt/notesMasters/notesMaster1.xml" Id="Rab7938931b9844a2" /><Relationship Type="http://schemas.openxmlformats.org/officeDocument/2006/relationships/presProps" Target="/ppt/presProps.xml" Id="Rb5f460669f494b4b" /><Relationship Type="http://schemas.openxmlformats.org/officeDocument/2006/relationships/tableStyles" Target="/ppt/tableStyles.xml" Id="R4a925ea11adf4653" /><Relationship Type="http://schemas.openxmlformats.org/officeDocument/2006/relationships/slide" Target="/ppt/slides/slide1.xml" Id="R8ef4ef73175b43db" /><Relationship Type="http://schemas.openxmlformats.org/officeDocument/2006/relationships/slide" Target="/ppt/slides/slide2.xml" Id="R988cd5818a044a36" /><Relationship Type="http://schemas.openxmlformats.org/officeDocument/2006/relationships/slide" Target="/ppt/slides/slide3.xml" Id="R5bab347cb4594a65" /><Relationship Type="http://schemas.openxmlformats.org/officeDocument/2006/relationships/slide" Target="/ppt/slides/slide4.xml" Id="Rcce75f1ecb8a4782" /><Relationship Type="http://schemas.openxmlformats.org/officeDocument/2006/relationships/slide" Target="/ppt/slides/slide5.xml" Id="R0121baa688bc4ab0" /><Relationship Type="http://schemas.openxmlformats.org/officeDocument/2006/relationships/slide" Target="/ppt/slides/slide6.xml" Id="R245b24e304ce4ac3" /><Relationship Type="http://schemas.openxmlformats.org/officeDocument/2006/relationships/slide" Target="/ppt/slides/slide7.xml" Id="Ra2f2a00a76d04c55" /><Relationship Type="http://schemas.openxmlformats.org/officeDocument/2006/relationships/slide" Target="/ppt/slides/slide8.xml" Id="R54b0c6a26b234bec" /><Relationship Type="http://schemas.openxmlformats.org/officeDocument/2006/relationships/slide" Target="/ppt/slides/slide9.xml" Id="R972205e592f14679" /><Relationship Type="http://schemas.openxmlformats.org/officeDocument/2006/relationships/slide" Target="/ppt/slides/slide10.xml" Id="Rf2f5e4dbe0454977" /><Relationship Type="http://schemas.openxmlformats.org/officeDocument/2006/relationships/slide" Target="/ppt/slides/slide11.xml" Id="Re90168b8d6ee441e" /><Relationship Type="http://schemas.openxmlformats.org/officeDocument/2006/relationships/slide" Target="/ppt/slides/slide12.xml" Id="Rc7d0815890df4f54" /><Relationship Type="http://schemas.openxmlformats.org/officeDocument/2006/relationships/slide" Target="/ppt/slides/slide13.xml" Id="R05f7faeeab9e4783" /><Relationship Type="http://schemas.openxmlformats.org/officeDocument/2006/relationships/slide" Target="/ppt/slides/slide14.xml" Id="Rd85076b85d9d4392" /><Relationship Type="http://schemas.openxmlformats.org/officeDocument/2006/relationships/slide" Target="/ppt/slides/slide15.xml" Id="R0bfdfdea1f5d42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bdf24885940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21a70ae87468b" /><Relationship Type="http://schemas.openxmlformats.org/officeDocument/2006/relationships/notesMaster" Target="/ppt/notesMasters/notesMaster1.xml" Id="Rf3bb8832c8d9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e3a9486824904" /><Relationship Type="http://schemas.openxmlformats.org/officeDocument/2006/relationships/notesMaster" Target="/ppt/notesMasters/notesMaster1.xml" Id="Re8e292a7e59f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baf1a8c5c49e9" /><Relationship Type="http://schemas.openxmlformats.org/officeDocument/2006/relationships/notesMaster" Target="/ppt/notesMasters/notesMaster1.xml" Id="Red771e30705841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c6b80e0bd44366" /><Relationship Type="http://schemas.openxmlformats.org/officeDocument/2006/relationships/notesMaster" Target="/ppt/notesMasters/notesMaster1.xml" Id="R254008bb68e0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ac7d476d26486b" /><Relationship Type="http://schemas.openxmlformats.org/officeDocument/2006/relationships/notesMaster" Target="/ppt/notesMasters/notesMaster1.xml" Id="R08da03e84df2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50f5ee7ea4666" /><Relationship Type="http://schemas.openxmlformats.org/officeDocument/2006/relationships/notesMaster" Target="/ppt/notesMasters/notesMaster1.xml" Id="Rb9cf5ec56ef2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d068d69e24ab5" /><Relationship Type="http://schemas.openxmlformats.org/officeDocument/2006/relationships/notesMaster" Target="/ppt/notesMasters/notesMaster1.xml" Id="R57ca260f8c95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d8fbf3e73422c" /><Relationship Type="http://schemas.openxmlformats.org/officeDocument/2006/relationships/notesMaster" Target="/ppt/notesMasters/notesMaster1.xml" Id="R15c401119cab43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dfd11e97ae4b2e" /><Relationship Type="http://schemas.openxmlformats.org/officeDocument/2006/relationships/notesMaster" Target="/ppt/notesMasters/notesMaster1.xml" Id="R0976a600281e4d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4a86bd92e842e4" /><Relationship Type="http://schemas.openxmlformats.org/officeDocument/2006/relationships/notesMaster" Target="/ppt/notesMasters/notesMaster1.xml" Id="R0868b33b2efc47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3cbce4d00e42d2" /><Relationship Type="http://schemas.openxmlformats.org/officeDocument/2006/relationships/notesMaster" Target="/ppt/notesMasters/notesMaster1.xml" Id="R4b82b5f92c794e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bd437dd434d71" /><Relationship Type="http://schemas.openxmlformats.org/officeDocument/2006/relationships/notesMaster" Target="/ppt/notesMasters/notesMaster1.xml" Id="R72323518171e4d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b7ad74e7d54499" /><Relationship Type="http://schemas.openxmlformats.org/officeDocument/2006/relationships/notesMaster" Target="/ppt/notesMasters/notesMaster1.xml" Id="Rb540d4f39ae546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feca6344464ba6" /><Relationship Type="http://schemas.openxmlformats.org/officeDocument/2006/relationships/notesMaster" Target="/ppt/notesMasters/notesMaster1.xml" Id="R2c6b20895acf46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700b0ffd6c42f6" /><Relationship Type="http://schemas.openxmlformats.org/officeDocument/2006/relationships/notesMaster" Target="/ppt/notesMasters/notesMaster1.xml" Id="R085dce04d2f3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开场直接给出 C1：FlashKDA 官方 recurrence 使用 HMMA，我们研究迁移到 SM100 是否值得。</a:t>
            </a:r>
          </a:p>
          <a:p xmlns:a="http://schemas.openxmlformats.org/drawingml/2006/main">
            <a:r>
              <a:t>本次答辩严格按复现与测量、分析、挑战三步展开。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这一页定义整场答辩的主线。后续方法、结果与知识都回到这三步。</a:t>
            </a:r>
          </a:p>
          <a:p xmlns:a="http://schemas.openxmlformats.org/drawingml/2006/main">
            <a:r>
              <a:t>最终回答强调 guarded backend 和全栈协同。</a:t>
            </a:r>
          </a:p>
          <a:p xmlns:a="http://schemas.openxmlformats.org/drawingml/2006/main">
            <a:r>
              <a:t>来源：C1_FINAL_ASSIGNMENT_OUTLINE_20260910.md。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先解释为什么 KDA 不是普通 GEMM。K2 在 chunk 内递推，state 又把 chunk 串联起来。</a:t>
            </a:r>
          </a:p>
          <a:p xmlns:a="http://schemas.openxmlformats.org/drawingml/2006/main">
            <a:r>
              <a:t>因此迁移要同时处理并行结构、数值状态和跨调用 correctness。</a:t>
            </a:r>
          </a:p>
          <a:p xmlns:a="http://schemas.openxmlformats.org/drawingml/2006/main">
            <a:r>
              <a:t>来源：https://github.com/MoonshotAI/FlashKDA/blob/master/docs/20260420-flashkda-v1-deep-dive.md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我们不是根据源码名称判断指令，而是冻结 commit、实际加载模块与 hash，再对 SASS 计数。</a:t>
            </a:r>
          </a:p>
          <a:p xmlns:a="http://schemas.openxmlformats.org/drawingml/2006/main">
            <a:r>
              <a:t>结果是 3,640 条静态 HMMA，TCGEN/UTCMMA 为 0。</a:t>
            </a:r>
          </a:p>
          <a:p xmlns:a="http://schemas.openxmlformats.org/drawingml/2006/main">
            <a:r>
              <a:t>来源：SM100_MAINLINE_DELIVERY.md；C1_REPRODUCTION_ANALYSIS_CHALLENGE_CONTENT_20260910.md。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正式比较以 public call 为单位。布局、workspace 和 state copy-back 只要每次调用发生，就必须计时。</a:t>
            </a:r>
          </a:p>
          <a:p xmlns:a="http://schemas.openxmlformats.org/drawingml/2006/main">
            <a:r>
              <a:t>隔离进程修正了同进程 symbol interposition 风险。</a:t>
            </a:r>
          </a:p>
          <a:p xmlns:a="http://schemas.openxmlformats.org/drawingml/2006/main">
            <a:r>
              <a:t>来源：C1_REPRODUCTION_ANALYSIS_CHALLENGE_CONTENT_20260910.md §2。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双分支 Agent 的动机是公平性。HMMA 和 tcgen05 各自独立优化，再用同一 workload 和同一 gate 比较。</a:t>
            </a:r>
          </a:p>
          <a:p xmlns:a="http://schemas.openxmlformats.org/drawingml/2006/main">
            <a:r>
              <a:t>H0/H1 分离旧路径的优化空间，T0/T1/T2 分离 tcgen05 接入与全栈路径。</a:t>
            </a:r>
          </a:p>
          <a:p xmlns:a="http://schemas.openxmlformats.org/drawingml/2006/main">
            <a:r>
              <a:t>来源：FRAMEWORK_SCOPE_CORRECTION_20260910.md。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 Agent 的核心产物是判断和可复用知识，不是一串 benchmark 数字。</a:t>
            </a:r>
          </a:p>
          <a:p xmlns:a="http://schemas.openxmlformats.org/drawingml/2006/main">
            <a:r>
              <a:t>五类角色只提交 typed patch；协调器先做冲突、物理协议和语义去重检查，再把合法候选分配到 HMMA 与 TCGEN05 两条支路。</a:t>
            </a:r>
          </a:p>
          <a:p xmlns:a="http://schemas.openxmlformats.org/drawingml/2006/main">
            <a:r>
              <a:t>证据合同检查实际路径、output 与 final state，以及同 workload 和同计时范围。判断写回 scoped Experience IR，已关闭旋钮不再重复采样。</a:t>
            </a:r>
          </a:p>
          <a:p xmlns:a="http://schemas.openxmlformats.org/drawingml/2006/main">
            <a:r>
              <a:t>来源：STAGE12_TYPED_IR_SEARCH_CLOSURE_20260911.md §2.3、§3.3。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Typed IR 把 shape、dtype、layout、carrier、pipeline 和 lifetime 变成可检查字段。</a:t>
            </a:r>
          </a:p>
          <a:p xmlns:a="http://schemas.openxmlformats.org/drawingml/2006/main">
            <a:r>
              <a:t>P3 与 P4 只分配一次 TMEM，并复用同一累加列。P3 的 FP32 D fragment 在明确 BF16 ROUND 后，通过 32B swizzled shared carrier 形成 P4 的输入。</a:t>
            </a:r>
          </a:p>
          <a:p xmlns:a="http://schemas.openxmlformats.org/drawingml/2006/main">
            <a:r>
              <a:t>ROUND 是语义边界，规范化器不得跨过；D fragment 到 A TMEM 也必须有显式 layout proof。</a:t>
            </a:r>
          </a:p>
          <a:p xmlns:a="http://schemas.openxmlformats.org/drawingml/2006/main">
            <a:r>
              <a:t>来源：STAGE12_TYPED_IR_SEARCH_CLOSURE_20260911.md §3.1–3.2、§4.3。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课程六问不需要在台上逐条念。把它们归纳成数值合同、成本结构、并行与部署三条规律，右侧给关键证据。</a:t>
            </a:r>
          </a:p>
          <a:p xmlns:a="http://schemas.openxmlformats.org/drawingml/2006/main">
            <a:r>
              <a:t>Q1/Q5 对应 CHUNK 与 BF16；Q2/Q4 对应 tile 与瓶颈；Q3/Q6 对应并行度与 v2 决策。</a:t>
            </a:r>
          </a:p>
          <a:p xmlns:a="http://schemas.openxmlformats.org/drawingml/2006/main">
            <a:r>
              <a:t>来源：team/TASK.md；C1_REPRODUCTION_ANALYSIS_CHALLENGE_CONTENT_20260910.md §3。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挑战不是只写一个 tcgen kernel，而是用四条互相证伪的路径逐步扩大改造范围。</a:t>
            </a:r>
          </a:p>
          <a:p xmlns:a="http://schemas.openxmlformats.org/drawingml/2006/main">
            <a:r>
              <a:t>Direct 和 H3 失败，V16 揭示 core/carrier 差异，CAKE 证明全栈协同存在显著工程收益。</a:t>
            </a:r>
          </a:p>
          <a:p xmlns:a="http://schemas.openxmlformats.org/drawingml/2006/main">
            <a:r>
              <a:t>来源：SM100_MAINLINE_DELIVERY.md；ROUND1_REVIEW.md。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V16 preferred-layout core 达到 1.615×，说明 native compute 有潜力；加入 scalar rematerialization 的 carrier 后只有 0.779×。</a:t>
            </a:r>
          </a:p>
          <a:p xmlns:a="http://schemas.openxmlformats.org/drawingml/2006/main">
            <a:r>
              <a:t>因此迁移优化的重点不是 opcode，而是 carrier 与布局。</a:t>
            </a:r>
          </a:p>
          <a:p xmlns:a="http://schemas.openxmlformats.org/drawingml/2006/main">
            <a:r>
              <a:t>来源：experiments/sm100_open_round1/TCGEN_OPTION_VALUE.md。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H3 correctness 通过，但 public-full H12/H96 几何平均分别为 0.9055× 和 0.7581×。</a:t>
            </a:r>
          </a:p>
          <a:p xmlns:a="http://schemas.openxmlformats.org/drawingml/2006/main">
            <a:r>
              <a:t>CAKE/official 在九个 profile 全部正收益，H12/H96 几何平均分别为 2.4823× 和 2.2532×。</a:t>
            </a:r>
          </a:p>
          <a:p xmlns:a="http://schemas.openxmlformats.org/drawingml/2006/main">
            <a:r>
              <a:t>这使全栈协同成为本项目最关键的迁移知识。</a:t>
            </a:r>
          </a:p>
          <a:p xmlns:a="http://schemas.openxmlformats.org/drawingml/2006/main">
            <a:r>
              <a:t>来源：https://arxiv.org/abs/2608.12629；SM100_MAINLINE_DELIVERY.md。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闭包只覆盖图中的有限 typed grammar 与已测 profile。每个候选都以 qualified、below gate 或 correctness rejected 结束，证书中的 missing_design_ids 为空。</a:t>
            </a:r>
          </a:p>
          <a:p xmlns:a="http://schemas.openxmlformats.org/drawingml/2006/main">
            <a:r>
              <a:t>这不是全局 GPU 最优性证明。完整 P1 到 P6 public-call、可验证 D 到 A TMEM 映射，以及新的 M64、M128、split、slab 算法族仍在开放边界外。</a:t>
            </a:r>
          </a:p>
          <a:p xmlns:a="http://schemas.openxmlformats.org/drawingml/2006/main">
            <a:r>
              <a:t>长驻留 P3/P4 探针给出 1.43 到 1.45 倍的机制上界；是否成为完整 SM100 后端仍由 public-full 正确性和同口径计时决定。</a:t>
            </a:r>
          </a:p>
          <a:p xmlns:a="http://schemas.openxmlformats.org/drawingml/2006/main">
            <a:r>
              <a:t>来源：STAGE12_TYPED_IR_SEARCH_CLOSURE_20260911.md §1、§4–6；04_evidence/agent_rounds/round9_closure_certificate.json。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最终交付不是一个孤立 benchmark，而是一个可以实现的 dispatcher。</a:t>
            </a:r>
          </a:p>
          <a:p xmlns:a="http://schemas.openxmlformats.org/drawingml/2006/main">
            <a:r>
              <a:t>资格 profile 进入 SM100 T2，其余条件走 HMMA 兼容路径。每个 route 都由执行身份、递推 correctness 和 public-full 证据晋级。</a:t>
            </a:r>
          </a:p>
          <a:p xmlns:a="http://schemas.openxmlformats.org/drawingml/2006/main">
            <a:r>
              <a:t>来源：C1_FINAL_ASSIGNMENT_OUTLINE_20260910.md §7–9。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收尾回到论文方法图。双分支搜索、证据晋级和双层 IR 把迁移问题从一次性 benchmark 变成可积累的探索闭环。</a:t>
            </a:r>
          </a:p>
          <a:p xmlns:a="http://schemas.openxmlformats.org/drawingml/2006/main">
            <a:r>
              <a:t>最终回答：SM100 值得以 guarded backend 的方式加入 FlashKDA。</a:t>
            </a:r>
          </a:p>
          <a:p xmlns:a="http://schemas.openxmlformats.org/drawingml/2006/main">
            <a:r>
              <a:t>图片来源：output/pdf/runtime-profile-evolution-mainline-20260910.pdf，第 2 页 Figure 1 核心片段。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2fd5f1c47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1179caaa44884" /><Relationship Type="http://schemas.openxmlformats.org/officeDocument/2006/relationships/slideLayout" Target="/ppt/slideLayouts/slideLayout1.xml" Id="R0f2556ea78b3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556ea78b3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9a77b84f495e" /><Relationship Type="http://schemas.openxmlformats.org/officeDocument/2006/relationships/notesSlide" Target="/ppt/notesSlides/notesSlide1.xml" Id="R52067bce691f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2168265e146cd" /><Relationship Type="http://schemas.openxmlformats.org/officeDocument/2006/relationships/notesSlide" Target="/ppt/notesSlides/notesSlide2.xml" Id="R45576788aca5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6fcf35f594688" /><Relationship Type="http://schemas.openxmlformats.org/officeDocument/2006/relationships/notesSlide" Target="/ppt/notesSlides/notesSlide3.xml" Id="R9749f0f5e0e9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1e907b57845a5" /><Relationship Type="http://schemas.openxmlformats.org/officeDocument/2006/relationships/notesSlide" Target="/ppt/notesSlides/notesSlide4.xml" Id="R4dd13d17dedf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9b8373a07497e" /><Relationship Type="http://schemas.openxmlformats.org/officeDocument/2006/relationships/notesSlide" Target="/ppt/notesSlides/notesSlide5.xml" Id="R3b161b6e458a47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4484e91c242b5" /><Relationship Type="http://schemas.openxmlformats.org/officeDocument/2006/relationships/notesSlide" Target="/ppt/notesSlides/notesSlide6.xml" Id="R073a30f532d444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9c7e72734a89" /><Relationship Type="http://schemas.openxmlformats.org/officeDocument/2006/relationships/image" Target="/ppt/media/image.png" Id="Rb141411dce2740db" /><Relationship Type="http://schemas.openxmlformats.org/officeDocument/2006/relationships/image" Target="/ppt/media/image.svg" Id="R43a175e5e4d644a7" /><Relationship Type="http://schemas.openxmlformats.org/officeDocument/2006/relationships/notesSlide" Target="/ppt/notesSlides/notesSlide7.xml" Id="Rcb78bb23fd5f48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f73d9f8fb4a3f" /><Relationship Type="http://schemas.openxmlformats.org/officeDocument/2006/relationships/image" Target="/ppt/media/image2.png" Id="Rb0fe67eb597f46de" /><Relationship Type="http://schemas.openxmlformats.org/officeDocument/2006/relationships/image" Target="/ppt/media/image2.svg" Id="R2fc7708f660141e2" /><Relationship Type="http://schemas.openxmlformats.org/officeDocument/2006/relationships/notesSlide" Target="/ppt/notesSlides/notesSlide8.xml" Id="Rca39cc47c759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580b758a841d0" /><Relationship Type="http://schemas.openxmlformats.org/officeDocument/2006/relationships/notesSlide" Target="/ppt/notesSlides/notesSlide9.xml" Id="R612dbcd3c812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c908f0b84d70" /><Relationship Type="http://schemas.openxmlformats.org/officeDocument/2006/relationships/notesSlide" Target="/ppt/notesSlides/notesSlide10.xml" Id="R4d81ffff595a4d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3cca8afa74a00" /><Relationship Type="http://schemas.openxmlformats.org/officeDocument/2006/relationships/notesSlide" Target="/ppt/notesSlides/notesSlide11.xml" Id="Rf9da566ca0634b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e2a9053b446fc" /><Relationship Type="http://schemas.openxmlformats.org/officeDocument/2006/relationships/notesSlide" Target="/ppt/notesSlides/notesSlide12.xml" Id="Rfbae661478cc4a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76c28c73945ff" /><Relationship Type="http://schemas.openxmlformats.org/officeDocument/2006/relationships/image" Target="/ppt/media/image3.png" Id="R179551952d2b483f" /><Relationship Type="http://schemas.openxmlformats.org/officeDocument/2006/relationships/image" Target="/ppt/media/image3.svg" Id="Re869f551a3064d34" /><Relationship Type="http://schemas.openxmlformats.org/officeDocument/2006/relationships/notesSlide" Target="/ppt/notesSlides/notesSlide13.xml" Id="R3400b91b3c6a44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cc55b78c64d9f" /><Relationship Type="http://schemas.openxmlformats.org/officeDocument/2006/relationships/notesSlide" Target="/ppt/notesSlides/notesSlide14.xml" Id="R18be28bbd4644d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e2f8c957f47eb" /><Relationship Type="http://schemas.openxmlformats.org/officeDocument/2006/relationships/image" Target="/ppt/media/image4.png" Id="Rc7971e0a20ec406a" /><Relationship Type="http://schemas.openxmlformats.org/officeDocument/2006/relationships/notesSlide" Target="/ppt/notesSlides/notesSlide15.xml" Id="R35fe927e4b1a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81C1-0255-4A84-AF13-FE449096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C1  FlashKDA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BC0FBEB-41C2-4364-B232-293BCCD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196B3-8B26-4433-A98A-1DAB09C5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0" i="0">
                <a:solidFill>
                  <a:srgbClr val="C5CE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i="0">
                <a:solidFill>
                  <a:srgbClr val="C5CED8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DF50F-FB3A-480C-BE2A-C85AD8B4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48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34AEF-7AE3-432F-9766-EF0F0EB0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9704-9147-4E0B-AB8D-2137649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C3C8E-9604-4257-9AA4-1FE38927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2E387-20CF-4477-80CA-BF2B9DB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9C6C6-2C19-4FEC-9990-6BF7FFF7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9B6F5-4958-4968-AC9C-2B53CC1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FA7D9-D76C-416F-953B-2A976559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奶龙必胜｜蔡雨洋 · 李奥 · 赵骋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481A0-86FB-4D8A-8102-7B01BCC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3410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rPr>
              <a:t>HMMA 兼容路径与 tcgen05 原生路径</a:t>
            </a:r>
          </a:p>
        </p:txBody>
      </p:sp>
    </p:spTree>
    <p:extLst>
      <p:ext uri="{BB962C8B-B14F-4D97-AF65-F5344CB8AC3E}">
        <p14:creationId xmlns:p14="http://schemas.microsoft.com/office/powerpoint/2010/main" val="1694581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F898A-A707-4FC9-B6BB-6315136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412FC-D181-4890-8C02-E34B8515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73FE0-7B52-4EB3-8038-C605B8E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0906B-B661-449E-896D-66C21DA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DB752-A82B-4A26-8090-F3EDFF7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973C6-7A3B-41C1-88FC-8804DEF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7FC4-46D1-4515-9AA7-CC2D5B7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4239-9717-476E-A075-A339F8C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1106C-DD44-4FA8-AFC5-BE9EDD1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C1F16-A19F-4F94-AD01-6ED2A650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1C2FC-57FC-454E-B403-FD4784C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A562F-E7A5-40EA-98DA-AC4FAE1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1DBDD-D966-4987-AC5C-5682FA1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70628-980D-4649-A5FC-D821A4B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EC59E-3F1A-4896-8880-AE68DC5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49B8E-AC35-4659-A1A1-1AB6E64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E2306-261A-4079-B710-CC5B503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7C941-2C46-4612-8C77-494C67C0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E9CC2-30C4-452F-961D-3AEA842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EC426-2D19-487D-9077-9DA1406C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CDA89-B158-42C9-AFA5-AE7F5C51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904607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F2385-578B-49DC-951D-2324B46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D4501-3684-41B6-93DA-853B709D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FDB66-9DCE-4C5D-A2A0-4362CB48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37F7E-871C-4CAA-BA50-62EC820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B1090-1D74-4F12-8878-3589F42C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798BA-46FD-4D8A-BD55-76357D4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3B849-E513-49D3-B2F5-A8FFDBD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B964-BAF0-4170-A423-87DDCD3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9F4DB-0AF4-404E-81F7-2FB56359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9CD25-5923-4C29-ABC9-2F5396E6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DF364-2F86-4FFA-98A4-889BD58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69522-BC84-4873-A415-417C5B63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31415-F8CF-40FF-AEAA-AABC537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34DE2-ACA3-412C-9D75-9272CD9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4B07A-E6DB-498A-BFD8-A5D8547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EDD93-A128-4E08-BA5F-15016B2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F7941-9B99-4007-B581-0B06C11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0FED1-DA91-4C7E-8982-8CFE9189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412F9-6799-4ED1-AE70-C9BCDA88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8E24A-43C9-4202-96BD-6B0F3A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3EE05-E746-4066-A727-6859EAAB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9DD39-305B-46BF-82CC-84F6A6A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32BE5-D4EA-419F-BB1D-549246A9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2EFE1-3BB0-4C97-82CB-40EF7BE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414C7F-DB7E-46A2-9CB0-3A32BABC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84E53-A696-4082-8D0F-F07CE17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20453-AB70-4220-A62F-428E17F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A3984-4718-4CE8-9AF3-3797474D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5D4B0-2605-48C7-8050-97935EFF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4DF92-E67D-4687-BEB5-7A9C338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782369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580881-3727-4279-ADD0-30F6CD0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3D6B0-7854-492F-81FD-AA201302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72309-ABAB-4D9A-AC2B-A8144CA9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CF9CF-56C2-40A1-A60F-622C8C9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28740-9C38-421D-8827-28C791D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661CA-7DB1-4D9C-9839-8840159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56FF8-D06E-43D0-8C94-E19FEC1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82512-3AEB-4161-BD61-6F31AC1A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1ce47ea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DE733-6821-41B5-99A3-D45ADAD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41331-79D3-481B-966E-D2E99F4B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75ED2-6DA7-46C8-94DC-A844781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808FA-AFF7-4B69-86ED-DDD185D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5c149f5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A855D-DD6B-483C-B8F2-DB9FEAF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4930B-40C6-4163-88B2-67C58501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7ED9A-295E-4641-B90E-5EFE498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D9B92-EEA9-4030-ABD3-728C596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85847-F7EE-4114-A024-618723B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3B9D8-27BC-4E36-9344-3D00358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56855-74C2-4110-9F93-93300F49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D2E3B-C872-4D67-9DA4-64D0A99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EAE7B-A8C6-429B-80BB-1A642CCF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2B74D-A536-41A9-A0F4-025D07F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41FCA-7E65-4F82-8C1E-558F229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73839-14D9-4381-8DCB-ADE1091F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C0004-AD29-497D-AA92-DCB6F79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2B21B-9EB9-45D0-9033-E3AEE29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321D5-2C8C-45B2-920B-2E156F3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8DA76-3DDC-405C-9731-1540365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2A65B-2734-48BA-97E4-2703768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9B08E-2B86-4585-B255-28ABE7C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871CB-433C-46C2-9A43-5B48E211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B92C4-3C9C-4FD3-A437-56BCB2D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3B52C4-74CD-4258-BD74-4A51761F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EF9BE9-C30B-47C4-81E8-3F9AD3F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61C71A-03F6-4271-9C36-BB3D4ED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5226DF-B2CA-4E19-A2D2-B4CC241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58252-B904-4562-B820-4AC3082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5722B6-19DB-4426-AE96-B1741A0E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033608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E4FBEA-F672-4AEF-A4D5-2CB16611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6E611-6E22-415A-A642-529831C5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0C08-FE0B-4639-BACD-0A5BDE5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ECE82-6A89-448A-A6B1-654123A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7087C-6C72-44D0-99DF-909FDF2D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FBB17-7140-416B-B436-6CEDA91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86CA-2A83-41A9-BD6F-8862B1ED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C016C-7CDA-4F39-BCC6-54A49DE2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B8EE8-C710-45A8-BE16-BAA0FD7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503E2-8BED-4EAF-B2C2-EA95D135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196E6-541C-4882-B24D-6023417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D23A4-7E91-4DC0-A2F3-FD63F13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D8D22-3DE4-4DF6-99A7-A98EE21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76FA-C3C6-4588-B6C6-92CD3046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C5477-3E35-4498-AA4B-9AB8265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4AEDB-DCAE-4905-BA7B-4120125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3871C-04CF-4D31-8ADE-BCF4014F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80A9F-3188-4D29-B8C5-49FA420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70B14-8ACA-4A24-84AA-1F8D3ED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668EE-2C93-489C-8951-508111FA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5F1CC-82D0-4CAA-83CE-8DF7DD15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3FAE9-2445-4056-9EAA-3355BE48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30EA2-057D-4F61-82B1-F008006D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2BD9C-5B59-4062-BF2E-C16DE1A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5462B-34A3-4BEB-BA75-EDA3658C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12E22C-0275-4F70-9AA6-03A2396E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BBB42-5106-4BD2-BC2B-3765AA1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B7AC0-A443-4AF2-9066-82C7B534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70CE6-57A0-49C6-BA3B-57EB59B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C8E78-DA4F-43D0-9206-F5C361F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30975-EDB6-4B3D-872F-02149FD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4851D-FAFD-41D9-B996-51F328FD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0C0953-5B64-41F8-9F54-0EFC5BB8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DCF58-A814-4AFA-8869-7B8C8FF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AEF9B-DA30-490A-862E-2C2DF3A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589D9-AC23-49A1-B323-8A017FFF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639194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C6DCB-CFC8-4FE7-B9ED-8220145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D7F1-9306-4BCD-9C61-594FE65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双分支公平比较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F4366-B15A-41BC-8B41-C33CF0C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1DABE-B391-4E45-BA25-2074760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593B6-78C3-4927-9C5B-44E6CD0F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只把优化后的新路径与未优化旧路径比较，会把架构收益和搜索努力混在一起。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F9430-CF5A-4B3F-AF24-BEDCD3A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E84FF-29B4-4A5B-8B6A-00833AB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8129A-037D-4AD6-980C-372E7999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3B4BB-C3B3-415F-9B46-49B0C957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官方 HMMA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D8D60-0D79-47F2-AC91-EEA9503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0E463-63DF-4781-B2BB-43B7DD7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194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最优 HMMA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3389F-E48B-434B-8A43-FDE50447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FECF1-5D3B-4C61-B30E-45A2226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76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A98DE-59C4-4DB7-804E-F2A09953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 原生分支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353DB-9D8E-4124-A1F9-658AED9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51566-9671-4DD9-84A2-91E6AEA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7F15-7775-4D51-AE02-6B5B45B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同预算 tcgen05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A9EAF-82FF-4DD1-B40F-AAE911D4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6A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B2F61-A3A8-489F-9F0B-69FEEFA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482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最优原生路径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73EF6-2ADA-4E77-B81B-47D3AD9C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79863-B5B5-4C81-8BB8-B60D29A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53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4469B-AA13-426E-A9D7-B6629629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B386C-3E44-44D8-A1E8-6261AAF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共享实验合同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1C56E-B1D2-49B8-B87E-8501B46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同一工作负载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77285-85AF-4C2E-9241-5E577997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q / k / v / 状态 / 打包边界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11D58-57A3-4553-9467-2FCDE48F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同一机会预算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39CE2-03BB-449C-A13F-4ADE212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147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每轮候选与搜索机会匹配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F6EE8-9E89-4C7F-918D-2E24F624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同一证据门槛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06B15-948F-425F-92B1-1B6F9FA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实际路径、正确性与完整接口计时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0FACB-58E9-4177-A342-9FCD711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公平问题  </a:t>
            </a:r>
            <a:r>
              <a:rPr>
                <a:solidFill>
                  <a:srgbClr val="151A21"/>
                </a:solidFill>
              </a:rPr>
              <a:t>比较的是同预算最优边界，而不是新旧指令的静态标签。</a:t>
            </a:r>
          </a:p>
        </p:txBody>
      </p:sp>
    </p:spTree>
    <p:extLst>
      <p:ext uri="{BB962C8B-B14F-4D97-AF65-F5344CB8AC3E}">
        <p14:creationId xmlns:p14="http://schemas.microsoft.com/office/powerpoint/2010/main" val="1849119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1411dce2740db">
            <a:extLst>
              <a:ext uri="{96DAC541-7B7A-43D3-8B79-37D633B846F1}">
                <asvg:svgBlip xmlns:asvg="http://schemas.microsoft.com/office/drawing/2016/SVG/main" r:embed="R43a175e5e4d644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e67eb597f46de">
            <a:extLst>
              <a:ext uri="{96DAC541-7B7A-43D3-8B79-37D633B846F1}">
                <asvg:svgBlip xmlns:asvg="http://schemas.microsoft.com/office/drawing/2016/SVG/main" r:embed="R2fc7708f660141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33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9C2E7-6E8B-40F4-B1EE-72EC9BD1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4514C-B36A-4A8C-9DA4-9450A548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A9827-93D4-4817-8C0B-E894F8B1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708DC-12E8-45A3-B1D6-162420EC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A2A8-0954-4752-86B2-7A687D17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0C7C2-C984-49B3-9E53-BC57EFA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1DCFE-57D8-4156-8B26-2080944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55B3C-1234-415C-AEAA-764D4E7F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E4258-F9EF-40E4-A8E2-D8B09CA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B0B3D-2F67-4549-AF11-7825176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4E2EA-DFA8-4E5A-B1BB-6A8AF84F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E3137-68A9-480D-9F8D-F9E1A02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F5C63-0338-474C-89BB-CB46EF16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3FE3C-9AFB-445A-9E77-011E5E7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282D9-0F0E-45AE-B900-E85ADAF9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EECD6-41CD-4F00-A019-549EC49A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0A834-5F1A-4618-A793-90ED2E5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8EEBF-3394-4D84-B95E-74F52B7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EA8E2-DFB2-4735-BFF1-F43250D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2426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CCD511-6D0E-4D2B-AD45-3025ABDC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92864-174F-4129-A9E7-DCF292B7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2858A-E417-40A4-9087-404875F8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C93A4-F17D-458C-8B43-3688623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6305-C35F-4B3E-9401-1CF14EB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6DF4C-6678-4ADB-9216-660ACEA9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直接替换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9721-3243-41B0-A56A-72757843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4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A7E93-E4D8-4EFD-9753-E45E7D3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V128，只替换矩阵乘加单元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16D11-C7D1-42AF-AC14-9172FC5A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5BE83-954A-4F80-A01A-E6A391C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1DD15-361B-457E-A880-113A51EC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C574-E19D-4A32-B4A3-F6DF2E9C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762DF-D393-4633-B742-FF52D5E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布局探针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66587-57C1-48E3-9055-F2AC4C2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6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5A5DF-6097-4262-8E93-DB78943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拆分核心计算与承载层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9DCA6-E78F-4B4F-9FBA-3520F60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1.615× / 0.779×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CD8B3-B8F9-4891-AAD3-7DAD7469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A50A1-82ED-4096-B3C5-52EF20E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822EC-8F60-4741-AC61-C501E35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BACBE-C374-4CE8-A015-0BFC9F6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数据流重排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5F97F-0E7E-4972-B21B-00A6009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4D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7A93A-8218-4747-A396-BE453B5D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重排代数与串行路径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BFF8D-DD40-441E-B7D8-4216F7E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H12 0.906×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4A7D0-1FC6-4061-8897-7D2AC89F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DAAAD-D988-408C-A5FB-51D55D5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A82F5-090C-4A7C-9530-8A2CBFC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67DF9-E27F-45E5-BE48-C6D654B9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全栈协同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FB9EB-5E3E-4353-86BF-E69B3E6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A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94CE6-C499-42FE-84EA-6EC47E7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驻留、角色、流水、布局与分发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05A80A-9509-486E-920F-5960BF79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2.482×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F8FC73-365F-4EF6-AB1F-D7CAB2A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0D212-A5A7-4DC6-8B86-8C475FE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每条路径都经过同一五步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FCB84-631E-48E5-9238-CAFD7EA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问题定义     候选实现     正确性门槛     计时范围     下一轮知识写回</a:t>
            </a:r>
          </a:p>
        </p:txBody>
      </p:sp>
    </p:spTree>
    <p:extLst>
      <p:ext uri="{BB962C8B-B14F-4D97-AF65-F5344CB8AC3E}">
        <p14:creationId xmlns:p14="http://schemas.microsoft.com/office/powerpoint/2010/main" val="1765577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ECFE3E-101C-497A-A64B-520CE9D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992F7-6236-4059-88CC-4B32D86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DFE20-0DCA-436E-A9E5-A87B160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79485-BB69-4F64-B116-41FE580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D5767-90A4-4722-AB28-30DED68F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BF2BB-BC03-45A2-94FD-92DDA12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D9D4C-72B1-4C8E-B7AC-CA5570F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847F6-10F8-4A70-9ECD-AE1D51FC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CCDE2-53E0-482D-8085-643310F7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CC79E-4B44-4691-A0F4-46AAA19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12755-B01B-4380-AFAC-EB29CE1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217B0-8AA0-4FB1-8357-14906075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D8C9D-70FF-411A-8C58-483F5E58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C4D47-D92D-4493-8CE7-D64CA30A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39B28-E522-4EED-966E-D80B289B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751B9-6E84-4026-9F4F-25FE567C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08D40-A639-4E9C-B666-F81D14A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7425E-B3D8-4F13-834F-04B878A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E4B0B-CAAD-4DE3-B8C8-367EE0E2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6A97A-5104-447C-9BEF-5CA0B1C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2611D-5BD3-4932-993E-E51587B9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9702B-4A2D-4373-96AB-B544512A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02C20-F6D8-4F39-A45D-DB9461E8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4ACCF-1EB6-4F27-884A-A62931C8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3F26E-5E44-471A-911F-DAC99653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FC1D4-6F6F-4F50-AD11-1864BB22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C84A5-74C4-44C5-88A1-F3D55A67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D0B5B-A934-4A6D-99EB-E40205B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48B9D-6D68-423C-98D8-47E6BD90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AFC3B-9857-4DE2-B590-E0E1150A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95639-4218-4E3A-B867-EF67F26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6AF5C-BFF5-4CD8-BD20-30D4C2D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536FD-63C5-41CE-8CA0-F8CA402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2D5C5-9BBB-40B8-A6F0-85D25F60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AE7F2-B38A-4711-A8B4-CDAA521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25BC8-66E0-4AD9-AD71-EC33051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02CC8F-8F40-4E57-9A42-543657E9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3C980-0206-4AFD-A6B0-32E46EA5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7970262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AA37E-BA63-4222-9955-29FF30D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634B7-D5F2-45E2-8610-403D70A0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34C24-86F4-4DAD-A8B8-DAC9B43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5FB4-D275-409E-B501-A3FB5A1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6132-D0F3-4504-A697-BA12377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B74A0-FD03-482E-8C1E-62C681FE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E1B6-813F-4C4A-BC17-585B2BFA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69EA8-29CA-4563-9A8C-A617327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5F907-30B6-4ED7-B4A8-21DDB1A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B1332-CCE2-4807-AA74-94EE8A1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664CA-DD63-4B99-A77F-C81AADB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80A5-1933-48A5-85FC-E4E49E7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1B419-5545-4E3D-9B5E-FC6EA7D3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81CE8-5F88-4942-BB79-92E04DF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EE13-11E3-4E37-A9B9-384F22D7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6C7F0-755E-4793-BEBA-5821B07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42995-4CA3-4157-9DD2-05291EC4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CF9ED-6C17-4D82-BB3D-41A7A80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9D875-5F16-420B-B3A1-1CC8D46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7E62A-7A7A-4A41-AD4C-35AA0752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5799F-2D3C-47C1-8EB4-4BC7EFCF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A7CDB-3947-4A53-B617-71D900BC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7337A-594B-430F-A030-D8A20D3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4A18D-AB1C-4187-A78A-DFE8990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DDC24-7423-454C-BFB1-95D4763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312B8-43B9-472B-AF6B-66E6623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076744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551952d2b483f">
            <a:extLst>
              <a:ext uri="{96DAC541-7B7A-43D3-8B79-37D633B846F1}">
                <asvg:svgBlip xmlns:asvg="http://schemas.microsoft.com/office/drawing/2016/SVG/main" r:embed="Re869f551a3064d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8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25409-4B72-4D55-9088-3DB5CA0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995CF-71F7-482B-BA31-FDCF80F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B050B-0366-4FE7-A361-2DCC32CD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6A27D-FCB4-4D35-A5DA-CC42444A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FE2E7-A20F-4B4B-A125-9129A87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C6396-7CB3-4BB4-8765-F04E831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设备与负载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09B7B-AF3E-414D-89D0-977291BD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设备型号、head 数、序列形态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01ED-7979-446F-B668-3A37E2B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CC754-E66E-4C7E-AEEE-1AE674E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3476625" cy="1524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74822-D15D-4B4C-B846-282FF95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资格检查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B47C5-6C47-4DC2-AB73-32EFC7B9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rPr>
              <a:t>B300，且 profile 已认证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FB570-C5AE-4E3B-A807-C57BB323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rPr>
              <a:t>输出与状态正确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95EAF-2B5E-457A-B94B-671E5FF8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7E0EA"/>
                </a:solidFill>
                <a:latin typeface="Noto Sans CJK SC"/>
                <a:ea typeface="Noto Sans CJK SC"/>
                <a:cs typeface="Noto Sans CJK SC"/>
              </a:rPr>
              <a:t>公开接口完整计时通过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2DBF6-AA4D-4D52-90AE-3702575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EF2EF-3C5A-4EE2-9306-84E5FEB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9D6DD-310D-48BC-BABC-9916998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B0079-4EB1-4C32-8EAC-2120E88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D6A7E-D40E-48FD-8CB1-2FE4B1F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385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CFB62-20E8-463C-9C53-E1C89344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符合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CF5D9-BFFB-4029-A76A-7C41631D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52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其余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1EFA3-DE41-4034-B949-706C401E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238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2F7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E6220-56D4-42FB-8346-AC46499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认证路径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1223D-685E-40EE-9CD0-010CEDF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238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61954-ABCE-4D9F-9E4F-097F2055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默认回退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18AB7-0B68-4BD5-B17E-BD11A4D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28CD1-AC8A-4BE1-B732-8AC8462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路由规则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E7242-D79E-4111-8666-8A2667A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863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B300 的已认证工作负载进入 SM100 T2。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570147-A899-4833-B410-A989BEC0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兼容策略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F7663-A28D-4036-AF88-5729A35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其他条件回退 HMMA，保持跨代可用。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A8EDDD-3789-4C07-AE75-683D109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晋级证据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ECCA6-BF64-4CD0-B43B-F19DFEBB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245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实际执行路径、输出与状态正确性、公开接口完整计时。</a:t>
            </a:r>
          </a:p>
        </p:txBody>
      </p:sp>
    </p:spTree>
    <p:extLst>
      <p:ext uri="{BB962C8B-B14F-4D97-AF65-F5344CB8AC3E}">
        <p14:creationId xmlns:p14="http://schemas.microsoft.com/office/powerpoint/2010/main" val="11203088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50562-8CE5-4DC8-B1F7-23331D2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E5B37-A031-4B94-9FE9-20C2FA0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68B95-ECF9-4F40-B364-AAD6040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71e0a20ec406a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87672-AA47-4168-9AE2-5D6EF124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95984-35E1-4E24-AA66-916A3E66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EFE97-1C57-4188-A588-58548C25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C7821-3354-474B-9EB5-B1AB9571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2799A-4317-46CE-B93B-8991A20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46DFF-3171-4F6F-AA80-ECB14045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AB92E-AD67-4B4B-B2AC-F8EED727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306A-2697-46A1-80E2-AB974E87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25DE4-34D8-40E7-B1F4-1A091CD3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ADBA0-ACF3-4576-850C-E3C1033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47847-6BED-40E7-B8BC-7E89A32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192E8-5547-434B-A7BE-D1C38A0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BBD45-E1C1-41B6-8852-986AAC2F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389357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2026-09-11T01:22:24.2480000Z</dcterms:created>
  <dcterms:modified xsi:type="dcterms:W3CDTF">2026-09-11T01:22:24.2480000Z</dcterms:modified>
</coreProperties>
</file>