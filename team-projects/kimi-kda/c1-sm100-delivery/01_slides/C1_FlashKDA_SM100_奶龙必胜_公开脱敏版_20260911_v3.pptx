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59fbfc06b64ffc" /><Relationship Type="http://schemas.openxmlformats.org/officeDocument/2006/relationships/extended-properties" Target="/docProps/app.xml" Id="R71629dbfc0bc4a5a" /><Relationship Type="http://schemas.openxmlformats.org/officeDocument/2006/relationships/officeDocument" Target="/ppt/presentation.xml" Id="Rd0c16a20453a4f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cf516c55846cf"/>
  </p:sldMasterIdLst>
  <p:notesMasterIdLst>
    <p:notesMasterId xmlns:r="http://schemas.openxmlformats.org/officeDocument/2006/relationships" r:id="Rcf233df61cc44078"/>
  </p:notesMasterIdLst>
  <p:sldIdLst>
    <p:sldId xmlns:r="http://schemas.openxmlformats.org/officeDocument/2006/relationships" id="256" r:id="Rd2cdd4469c5447a3"/>
    <p:sldId xmlns:r="http://schemas.openxmlformats.org/officeDocument/2006/relationships" id="257" r:id="R5f345c30eb944311"/>
    <p:sldId xmlns:r="http://schemas.openxmlformats.org/officeDocument/2006/relationships" id="258" r:id="Rfba0edab636a4230"/>
    <p:sldId xmlns:r="http://schemas.openxmlformats.org/officeDocument/2006/relationships" id="259" r:id="R6b10f9f9341a4d25"/>
    <p:sldId xmlns:r="http://schemas.openxmlformats.org/officeDocument/2006/relationships" id="260" r:id="Rf5bb5d751c874ddc"/>
    <p:sldId xmlns:r="http://schemas.openxmlformats.org/officeDocument/2006/relationships" id="261" r:id="Ra199a21c732548a9"/>
    <p:sldId xmlns:r="http://schemas.openxmlformats.org/officeDocument/2006/relationships" id="262" r:id="R2c6f97c71e8e4d26"/>
    <p:sldId xmlns:r="http://schemas.openxmlformats.org/officeDocument/2006/relationships" id="263" r:id="Rdba64083d59b40cf"/>
    <p:sldId xmlns:r="http://schemas.openxmlformats.org/officeDocument/2006/relationships" id="264" r:id="R876a217e4600424a"/>
    <p:sldId xmlns:r="http://schemas.openxmlformats.org/officeDocument/2006/relationships" id="265" r:id="R3c38dcc650b94b3d"/>
    <p:sldId xmlns:r="http://schemas.openxmlformats.org/officeDocument/2006/relationships" id="266" r:id="R2edb5c0d1f1143b2"/>
    <p:sldId xmlns:r="http://schemas.openxmlformats.org/officeDocument/2006/relationships" id="267" r:id="Re59aadd8dc334d11"/>
    <p:sldId xmlns:r="http://schemas.openxmlformats.org/officeDocument/2006/relationships" id="268" r:id="R2a437ed5addb4bea"/>
    <p:sldId xmlns:r="http://schemas.openxmlformats.org/officeDocument/2006/relationships" id="269" r:id="R4ab4cf53dc4c49b9"/>
    <p:sldId xmlns:r="http://schemas.openxmlformats.org/officeDocument/2006/relationships" id="270" r:id="R17f918584b1949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4ebf241dcd4cbe" /><Relationship Type="http://schemas.openxmlformats.org/officeDocument/2006/relationships/slideMaster" Target="/ppt/slideMasters/slideMaster1.xml" Id="R881cf516c55846cf" /><Relationship Type="http://schemas.openxmlformats.org/officeDocument/2006/relationships/notesMaster" Target="/ppt/notesMasters/notesMaster1.xml" Id="Rcf233df61cc44078" /><Relationship Type="http://schemas.openxmlformats.org/officeDocument/2006/relationships/presProps" Target="/ppt/presProps.xml" Id="R4d1be41ab5f541ee" /><Relationship Type="http://schemas.openxmlformats.org/officeDocument/2006/relationships/tableStyles" Target="/ppt/tableStyles.xml" Id="Rc314211a85c748eb" /><Relationship Type="http://schemas.openxmlformats.org/officeDocument/2006/relationships/slide" Target="/ppt/slides/slide1.xml" Id="Rd2cdd4469c5447a3" /><Relationship Type="http://schemas.openxmlformats.org/officeDocument/2006/relationships/slide" Target="/ppt/slides/slide2.xml" Id="R5f345c30eb944311" /><Relationship Type="http://schemas.openxmlformats.org/officeDocument/2006/relationships/slide" Target="/ppt/slides/slide3.xml" Id="Rfba0edab636a4230" /><Relationship Type="http://schemas.openxmlformats.org/officeDocument/2006/relationships/slide" Target="/ppt/slides/slide4.xml" Id="R6b10f9f9341a4d25" /><Relationship Type="http://schemas.openxmlformats.org/officeDocument/2006/relationships/slide" Target="/ppt/slides/slide5.xml" Id="Rf5bb5d751c874ddc" /><Relationship Type="http://schemas.openxmlformats.org/officeDocument/2006/relationships/slide" Target="/ppt/slides/slide6.xml" Id="Ra199a21c732548a9" /><Relationship Type="http://schemas.openxmlformats.org/officeDocument/2006/relationships/slide" Target="/ppt/slides/slide7.xml" Id="R2c6f97c71e8e4d26" /><Relationship Type="http://schemas.openxmlformats.org/officeDocument/2006/relationships/slide" Target="/ppt/slides/slide8.xml" Id="Rdba64083d59b40cf" /><Relationship Type="http://schemas.openxmlformats.org/officeDocument/2006/relationships/slide" Target="/ppt/slides/slide9.xml" Id="R876a217e4600424a" /><Relationship Type="http://schemas.openxmlformats.org/officeDocument/2006/relationships/slide" Target="/ppt/slides/slide10.xml" Id="R3c38dcc650b94b3d" /><Relationship Type="http://schemas.openxmlformats.org/officeDocument/2006/relationships/slide" Target="/ppt/slides/slide11.xml" Id="R2edb5c0d1f1143b2" /><Relationship Type="http://schemas.openxmlformats.org/officeDocument/2006/relationships/slide" Target="/ppt/slides/slide12.xml" Id="Re59aadd8dc334d11" /><Relationship Type="http://schemas.openxmlformats.org/officeDocument/2006/relationships/slide" Target="/ppt/slides/slide13.xml" Id="R2a437ed5addb4bea" /><Relationship Type="http://schemas.openxmlformats.org/officeDocument/2006/relationships/slide" Target="/ppt/slides/slide14.xml" Id="R4ab4cf53dc4c49b9" /><Relationship Type="http://schemas.openxmlformats.org/officeDocument/2006/relationships/slide" Target="/ppt/slides/slide15.xml" Id="R17f918584b1949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f70cc5bf44d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5d04f9d1f48b2" /><Relationship Type="http://schemas.openxmlformats.org/officeDocument/2006/relationships/notesMaster" Target="/ppt/notesMasters/notesMaster1.xml" Id="R165a1cefc63a4c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9858720352415e" /><Relationship Type="http://schemas.openxmlformats.org/officeDocument/2006/relationships/notesMaster" Target="/ppt/notesMasters/notesMaster1.xml" Id="Ra0b1193ce4fd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187d57ca9c4135" /><Relationship Type="http://schemas.openxmlformats.org/officeDocument/2006/relationships/notesMaster" Target="/ppt/notesMasters/notesMaster1.xml" Id="R411095678abb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65eb099bb34e65" /><Relationship Type="http://schemas.openxmlformats.org/officeDocument/2006/relationships/notesMaster" Target="/ppt/notesMasters/notesMaster1.xml" Id="Rf1bf43655a0b42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ed18b2abda4bdb" /><Relationship Type="http://schemas.openxmlformats.org/officeDocument/2006/relationships/notesMaster" Target="/ppt/notesMasters/notesMaster1.xml" Id="R13177c9d988f4a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48f21a458b42da" /><Relationship Type="http://schemas.openxmlformats.org/officeDocument/2006/relationships/notesMaster" Target="/ppt/notesMasters/notesMaster1.xml" Id="R2325081acde143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c6d4569784de9" /><Relationship Type="http://schemas.openxmlformats.org/officeDocument/2006/relationships/notesMaster" Target="/ppt/notesMasters/notesMaster1.xml" Id="R32eeb53b6c724d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b1f82113784c66" /><Relationship Type="http://schemas.openxmlformats.org/officeDocument/2006/relationships/notesMaster" Target="/ppt/notesMasters/notesMaster1.xml" Id="Rd6df67a336994d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1d28cf345e4e95" /><Relationship Type="http://schemas.openxmlformats.org/officeDocument/2006/relationships/notesMaster" Target="/ppt/notesMasters/notesMaster1.xml" Id="R9c3cfea64e8941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c9c2a641054103" /><Relationship Type="http://schemas.openxmlformats.org/officeDocument/2006/relationships/notesMaster" Target="/ppt/notesMasters/notesMaster1.xml" Id="R634ced2c99104c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1b3918eb804045" /><Relationship Type="http://schemas.openxmlformats.org/officeDocument/2006/relationships/notesMaster" Target="/ppt/notesMasters/notesMaster1.xml" Id="R5460a1fd27094f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61754514514d42" /><Relationship Type="http://schemas.openxmlformats.org/officeDocument/2006/relationships/notesMaster" Target="/ppt/notesMasters/notesMaster1.xml" Id="R6491f8b858504f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16318c7e9a4cb8" /><Relationship Type="http://schemas.openxmlformats.org/officeDocument/2006/relationships/notesMaster" Target="/ppt/notesMasters/notesMaster1.xml" Id="R059ec931897c44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e85a93b6b64c72" /><Relationship Type="http://schemas.openxmlformats.org/officeDocument/2006/relationships/notesMaster" Target="/ppt/notesMasters/notesMaster1.xml" Id="Rf2749c41542e4f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4c25703bc148e5" /><Relationship Type="http://schemas.openxmlformats.org/officeDocument/2006/relationships/notesMaster" Target="/ppt/notesMasters/notesMaster1.xml" Id="R57589af026f946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cbeaf7c0c42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52b3576084769" /><Relationship Type="http://schemas.openxmlformats.org/officeDocument/2006/relationships/slideLayout" Target="/ppt/slideLayouts/slideLayout1.xml" Id="Ra009593e8da6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9593e8da6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9581edd754404" /><Relationship Type="http://schemas.openxmlformats.org/officeDocument/2006/relationships/image" Target="/ppt/media/image.png" Id="R06d59016a3724789" /><Relationship Type="http://schemas.openxmlformats.org/officeDocument/2006/relationships/image" Target="/ppt/media/image2.png" Id="R2288bc48306b4fd6" /><Relationship Type="http://schemas.openxmlformats.org/officeDocument/2006/relationships/notesSlide" Target="/ppt/notesSlides/notesSlide1.xml" Id="Rebd39f66d2f5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7992d8133469c" /><Relationship Type="http://schemas.openxmlformats.org/officeDocument/2006/relationships/image" Target="/ppt/media/image3.png" Id="Rdb5218049dbf4f8b" /><Relationship Type="http://schemas.openxmlformats.org/officeDocument/2006/relationships/image" Target="/ppt/media/image4.png" Id="Rd1ba367467534e8e" /><Relationship Type="http://schemas.openxmlformats.org/officeDocument/2006/relationships/notesSlide" Target="/ppt/notesSlides/notesSlide2.xml" Id="R19317564f4cb4f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08214b4204eba" /><Relationship Type="http://schemas.openxmlformats.org/officeDocument/2006/relationships/image" Target="/ppt/media/image5.png" Id="R8ab233ebd7bb4d08" /><Relationship Type="http://schemas.openxmlformats.org/officeDocument/2006/relationships/image" Target="/ppt/media/image6.png" Id="R168a61d1ff76422c" /><Relationship Type="http://schemas.openxmlformats.org/officeDocument/2006/relationships/notesSlide" Target="/ppt/notesSlides/notesSlide3.xml" Id="R91308253b46748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b5b0bbd9344b3" /><Relationship Type="http://schemas.openxmlformats.org/officeDocument/2006/relationships/image" Target="/ppt/media/image7.png" Id="R1b044981de694e2c" /><Relationship Type="http://schemas.openxmlformats.org/officeDocument/2006/relationships/image" Target="/ppt/media/image8.png" Id="R75e734d8ea384708" /><Relationship Type="http://schemas.openxmlformats.org/officeDocument/2006/relationships/notesSlide" Target="/ppt/notesSlides/notesSlide4.xml" Id="Rce490aaa66cc4a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0b7751ead4c56" /><Relationship Type="http://schemas.openxmlformats.org/officeDocument/2006/relationships/image" Target="/ppt/media/image9.png" Id="R3ad12c3093cb4305" /><Relationship Type="http://schemas.openxmlformats.org/officeDocument/2006/relationships/image" Target="/ppt/media/image10.png" Id="R1a509f6d3e20440c" /><Relationship Type="http://schemas.openxmlformats.org/officeDocument/2006/relationships/notesSlide" Target="/ppt/notesSlides/notesSlide5.xml" Id="R3a39fde98f2b4b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f180937d34ecf" /><Relationship Type="http://schemas.openxmlformats.org/officeDocument/2006/relationships/image" Target="/ppt/media/image11.png" Id="Raa858dd625cd4c07" /><Relationship Type="http://schemas.openxmlformats.org/officeDocument/2006/relationships/image" Target="/ppt/media/image12.png" Id="R9d5cce33427547c9" /><Relationship Type="http://schemas.openxmlformats.org/officeDocument/2006/relationships/notesSlide" Target="/ppt/notesSlides/notesSlide6.xml" Id="R6af896e304bd41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00ea97b15497a" /><Relationship Type="http://schemas.openxmlformats.org/officeDocument/2006/relationships/image" Target="/ppt/media/image13.png" Id="Rf00d9e9adf0e4cb4" /><Relationship Type="http://schemas.openxmlformats.org/officeDocument/2006/relationships/image" Target="/ppt/media/image14.png" Id="R7acf0b55c4634265" /><Relationship Type="http://schemas.openxmlformats.org/officeDocument/2006/relationships/image" Target="/ppt/media/image15.png" Id="R258c0d5a2c534572" /><Relationship Type="http://schemas.openxmlformats.org/officeDocument/2006/relationships/notesSlide" Target="/ppt/notesSlides/notesSlide7.xml" Id="Rd05f729a15ad4b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6f52ca9e54be3" /><Relationship Type="http://schemas.openxmlformats.org/officeDocument/2006/relationships/image" Target="/ppt/media/image16.png" Id="R13ad8626415b436b" /><Relationship Type="http://schemas.openxmlformats.org/officeDocument/2006/relationships/image" Target="/ppt/media/image17.png" Id="R10f080d34490425a" /><Relationship Type="http://schemas.openxmlformats.org/officeDocument/2006/relationships/image" Target="/ppt/media/image18.png" Id="Rc22e840447704f77" /><Relationship Type="http://schemas.openxmlformats.org/officeDocument/2006/relationships/notesSlide" Target="/ppt/notesSlides/notesSlide8.xml" Id="R22c27a5b3ea649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64def069048dc" /><Relationship Type="http://schemas.openxmlformats.org/officeDocument/2006/relationships/image" Target="/ppt/media/image19.png" Id="Rf3ca967c7ea94a6d" /><Relationship Type="http://schemas.openxmlformats.org/officeDocument/2006/relationships/image" Target="/ppt/media/image20.png" Id="R91893037cf684385" /><Relationship Type="http://schemas.openxmlformats.org/officeDocument/2006/relationships/notesSlide" Target="/ppt/notesSlides/notesSlide9.xml" Id="R87b5754d334149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335e3e7d64e7f" /><Relationship Type="http://schemas.openxmlformats.org/officeDocument/2006/relationships/image" Target="/ppt/media/image21.png" Id="R3cf16451fd924be4" /><Relationship Type="http://schemas.openxmlformats.org/officeDocument/2006/relationships/image" Target="/ppt/media/image22.png" Id="R85aac91a81f64379" /><Relationship Type="http://schemas.openxmlformats.org/officeDocument/2006/relationships/notesSlide" Target="/ppt/notesSlides/notesSlide10.xml" Id="Rd1086f5701aa41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1e1da0ca476b" /><Relationship Type="http://schemas.openxmlformats.org/officeDocument/2006/relationships/image" Target="/ppt/media/image23.png" Id="R8bfbe3b9e6df4f27" /><Relationship Type="http://schemas.openxmlformats.org/officeDocument/2006/relationships/image" Target="/ppt/media/image24.png" Id="Rc44362794d4d435a" /><Relationship Type="http://schemas.openxmlformats.org/officeDocument/2006/relationships/notesSlide" Target="/ppt/notesSlides/notesSlide11.xml" Id="R2973afb8064340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e2b56bfa94a56" /><Relationship Type="http://schemas.openxmlformats.org/officeDocument/2006/relationships/image" Target="/ppt/media/image25.png" Id="R65369dea8ffd4e5d" /><Relationship Type="http://schemas.openxmlformats.org/officeDocument/2006/relationships/image" Target="/ppt/media/image26.png" Id="R9928d37bc4444a5f" /><Relationship Type="http://schemas.openxmlformats.org/officeDocument/2006/relationships/notesSlide" Target="/ppt/notesSlides/notesSlide12.xml" Id="Rbb9524b017bd4c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565681b8d43f9" /><Relationship Type="http://schemas.openxmlformats.org/officeDocument/2006/relationships/image" Target="/ppt/media/image27.png" Id="Raaf998c2732a4b5d" /><Relationship Type="http://schemas.openxmlformats.org/officeDocument/2006/relationships/image" Target="/ppt/media/image28.png" Id="R001ba1cbb71e435f" /><Relationship Type="http://schemas.openxmlformats.org/officeDocument/2006/relationships/image" Target="/ppt/media/image29.png" Id="Rffa3d4444e6a4674" /><Relationship Type="http://schemas.openxmlformats.org/officeDocument/2006/relationships/notesSlide" Target="/ppt/notesSlides/notesSlide13.xml" Id="R30c8251ae01d4f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63d3655a04746" /><Relationship Type="http://schemas.openxmlformats.org/officeDocument/2006/relationships/image" Target="/ppt/media/image30.png" Id="R941bb911b443446f" /><Relationship Type="http://schemas.openxmlformats.org/officeDocument/2006/relationships/image" Target="/ppt/media/image31.png" Id="R240265b9d7204a13" /><Relationship Type="http://schemas.openxmlformats.org/officeDocument/2006/relationships/notesSlide" Target="/ppt/notesSlides/notesSlide14.xml" Id="Rd61f677d378747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a736fc7454a09" /><Relationship Type="http://schemas.openxmlformats.org/officeDocument/2006/relationships/image" Target="/ppt/media/image32.png" Id="R5f318af5e7c946a5" /><Relationship Type="http://schemas.openxmlformats.org/officeDocument/2006/relationships/image" Target="/ppt/media/image33.png" Id="R4c390aebedef49c4" /><Relationship Type="http://schemas.openxmlformats.org/officeDocument/2006/relationships/image" Target="/ppt/media/image34.png" Id="Rb685b80e03094d29" /><Relationship Type="http://schemas.openxmlformats.org/officeDocument/2006/relationships/notesSlide" Target="/ppt/notesSlides/notesSlide15.xml" Id="R92b51e3bb8d544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EBE457-675E-449A-80EE-8AE6DC48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rPr>
              <a:t>C1  ·  FlashKDA on SM100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BA56B-A131-4F05-8F1C-1B2D842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5F08E-0ECE-435C-BFB9-CC04EDA6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59016a3724789"/>
          <a:stretch xmlns:a="http://schemas.openxmlformats.org/drawingml/2006/main"/>
        </p:blipFill>
        <p:spPr>
          <a:xfrm xmlns:a="http://schemas.openxmlformats.org/drawingml/2006/main">
            <a:off x="9829800" y="3143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9CDD3-F84E-452C-AC4E-8BD55FA8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8bc48306b4fd6"/>
          <a:stretch xmlns:a="http://schemas.openxmlformats.org/drawingml/2006/main"/>
        </p:blipFill>
        <p:spPr>
          <a:xfrm xmlns:a="http://schemas.openxmlformats.org/drawingml/2006/main">
            <a:off x="10439400" y="373788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72A5D-39A0-44C4-981F-178B14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F6CC64C-1048-4FC7-A37F-E4A62DD4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 迁移到 SM100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是否值得？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949FB-F701-42A8-986E-944C23B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B300 上的复现、因果分析与双分支探索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C31A1-2853-4A71-95FE-D3A6BB92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12001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78A8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6105A-9502-4EBB-AD3D-F3E97C5B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577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963">
            <a:solidFill>
              <a:srgbClr val="4F8D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5235-2056-42E5-A768-38F7511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57700"/>
            <a:ext cx="133350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A8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DE263-E45C-4504-9462-BA44148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118110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D894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3C82F-8B9F-42EB-B5CB-ED39555C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14950"/>
            <a:ext cx="15240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3">
            <a:solidFill>
              <a:srgbClr val="C66A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6FB98-24C1-49DC-8AB0-3C31D41A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673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3">
            <a:solidFill>
              <a:srgbClr val="D894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267B5-20E2-4368-8AE6-531B9C69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00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65A11-FF9E-47E4-B468-CBF03600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D0870-CEDF-4B60-984D-5A162423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D0341-685B-4352-B526-D80A5CDF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00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A78FE-E66B-4827-AE36-CA231BB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53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6103B-7BA8-4EF0-A5F6-43A7D69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579B6-DF23-4993-88BF-2BC9EF0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BF877-4EBD-4363-8F6A-D6EF7DEF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共同证据门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65E0D-0A80-4DB9-81D6-8822824E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43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E8835-46B9-4681-B375-4EF4C16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复现与测量  ·  分析与知识写回  ·  挑战与条件部署</a:t>
            </a:r>
          </a:p>
        </p:txBody>
      </p:sp>
    </p:spTree>
    <p:extLst>
      <p:ext uri="{BB962C8B-B14F-4D97-AF65-F5344CB8AC3E}">
        <p14:creationId xmlns:p14="http://schemas.microsoft.com/office/powerpoint/2010/main" val="1309215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5091C-33A4-4DFA-B5AA-6AA941F6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E53C9-5EC1-4F90-A2E4-F9119BB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C1 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21BAC-810A-4E47-B4CA-E659B8CA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1BC6E-0204-48D0-8710-A5F1D47C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74CBC-22BC-4BE5-9A5E-BB7984C0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218049dbf4f8b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1952-DEA1-4E0B-B716-F7ACC201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a367467534e8e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AE0C8-D7EB-4607-A743-014F75F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D45CA-5EB1-4C6D-BC79-6BCE295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66707A"/>
                </a:solidFill>
              </a:rPr>
              <a:t>研究问题  </a:t>
            </a:r>
            <a:r>
              <a:rPr b="1">
                <a:solidFill>
                  <a:srgbClr val="151A21"/>
                </a:solidFill>
              </a:rPr>
              <a:t>在同一套 FlashKDA 接口与数值约束下，SM100 原生路径能否产生足以覆盖迁移成本的实际收益？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DA525-6AD3-45B8-AFC2-AB2DE9E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576E5-70CF-48ED-89D5-E9D5A9BC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FA2B3-A7F7-4E51-B64D-0F5EBDC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锁定执行身份、正确性与公开接口计时边界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933F0-73FA-422D-B92B-2F67FC46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指令身份、利用率与计时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14FBC-1B3B-4DD6-99D8-1CE96839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99D63-8280-44E8-9091-9444D2E8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D2E0E-E321-4E68-9CAC-FCA80DFD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6C881-3961-4043-9C6F-D2EF6323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用双分支闭环生成可比证据，再把六问收敛为规律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4A59D-6337-4FA1-BA4D-C7FC9903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双分支 agent 与双层 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05B93-329D-4618-950F-13A252D9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83628-D0D6-427E-8704-180161C5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36FA1-AB01-4EE1-97AF-CD68DE5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46D6F-71AA-4A46-A1B3-B321885C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沿四条路径推进候选，并用数据与知识完成晋级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BDB30-C6C8-4381-9321-BEC14C21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替换、布局与全栈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57D32-CEFE-47D7-B509-5EDCB5C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11C9C-F593-4887-90F7-E928BC2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145770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1EC8C1-8A80-4F6E-80AC-7745C020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 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B3F9E-8587-4172-8716-6AB9E2E2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KDA 递推结构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29DB1-2E33-4C6B-8284-ACE3E690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A7349-9848-4633-899A-05AAA52F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5B856-9DB2-4603-9E9D-037AF80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233ebd7bb4d08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08AE0-C591-4D09-A4DA-8FD06889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a61d1ff76422c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47D57-4828-4F6C-9B60-B18C1B00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D9052-7C5F-419B-9A37-68131108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一个 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92A92-135F-49F2-8D52-3ACD0451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FA3A7-D038-400A-9420-2342F9E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16082-24CD-40D9-9C93-20B15F70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t−1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E1EC5-D8F4-4CF4-827D-2EA26F7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C52FC-10E8-4D6E-BCC4-416F0162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K1  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BB399-B244-4132-B2D0-1DC83F84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49FAC-84F7-46C6-9DAA-2DE57591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16-step recurrence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B0B11-0B37-40D3-840D-A089CB27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67CB8-0826-4CF2-BDF1-5E5C3399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736EF-FF71-4D42-B5AA-2CC9CAA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A824D-DB11-429B-8D36-6E68F5F0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F61D4-390B-42EC-B8D5-B27550D1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8E2A0-3A1D-47EA-9D91-28E3476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B96A8-5683-453C-9F2F-4C3E035B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DE528-35F0-4EFA-84F3-2C02E7C0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C8E11-7235-42E1-9818-9270EB2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next chunk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380BE-4A85-4704-8AAE-D9289E8C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3D6A5-E06F-4C25-8C13-6BCFCB8C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CHUNK = 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3BC44-6CE0-4C72-BE6F-ED378223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数值范围、16×16 求解与 SM80 MMA 形状共同形成的设计点。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397D6-A64C-462B-BADA-B73B518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BFA88-E1E2-49CF-9636-F7659232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0A5BBD-E7A3-4EC4-BEFA-0BAA6D9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一次调用要同时验证 output 与 final state；连续调用还要检查 state handoff。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A6EA3-7B66-4564-B4D5-182FDEA3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FCF22A-6FC1-4CFD-864E-F7FFF4E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可利用并行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0080C-D760-4646-836E-80B8C6E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1865131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CF35D4-BCC5-415E-BBC5-7C29EF76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C4A8F-C497-4005-8544-7A057885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官方路径仍使用 HMMA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FECC8-369A-49DB-92A8-1CA9978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F32E7-3ABD-4068-8BCD-E77230B3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4439F-8B71-4B56-A8F7-769C061F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44981de694e2c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437CC-5DA1-430E-BE9E-9BEE8D1A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734d8ea384708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E175B-41E2-4A0C-A6C6-4F62BC46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24976-91B7-4F69-8EF2-1A85ADA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29B0B-E3F6-46E9-ACAC-FAC8169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D478D-FC9A-40A1-B5B3-103C1C2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3E1DE-D8DE-4699-AAD8-12DE2EA9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版本已固定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29533-9321-455E-8821-2CF3C38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F2799-F53C-4A29-BC81-D99A1AF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89FB5-6270-439B-8C44-CCADD3CC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CUTLASS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B2FB6-30A0-4FF9-85C6-E38342B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版本已固定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9FA6F-727A-460B-B44F-B6FB8A7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CAD22-7F08-48B0-963A-19042255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5F88D-293E-4C11-80F8-48B2845E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目标架构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4E56C-0A6D-42BB-B2CB-263E3BAD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sm_103a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BF31B-ADA0-4C97-95C1-C290B037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20B2A-6BE0-4EA3-B1E8-60DDC2B8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4DF61-75A1-40B6-9BFC-69EE3CF5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反汇编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5FCBE-D355-426B-83B0-BE5ABE8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实际加载 .so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FF228-0474-4C30-98FD-CBE4152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64EFC-5693-403C-8E5C-A47FD9FE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3,640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D8639-E0A5-4D7C-8FE4-9835421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条 HMMA 矩阵乘加指令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96B322-9011-4F68-B43E-A4628F2D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9AB921-79F2-4EE1-AF31-2B784D6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SM100 原生 tcgen05、UTCMMA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404780-851C-4E3E-9495-CBABC19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源码命名不是证据；实际加载二进制的指令身份才是。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D16C8C-37F0-4E5C-BCB5-4E099E83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81CF1-367F-4E3B-B297-9216F6FC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同一复现同时记录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39AC46-0B4B-451E-8C98-B6EB8D91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8EB4AB-6954-426F-B1F7-0B0BB840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实际加载模块路径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18F956-E61A-4F6E-BC4A-E736F1A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9732DE-9BB4-473F-87FF-E73BC20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源码与二进制 SHA-256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3B3844-1E06-40FC-955B-4C6DA4D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526548-59BE-4F53-A1C6-26827E8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Python 导入来源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E5AD04-3FF8-4F61-9CA8-9DB31169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9F80F4-4B7D-4BBA-9638-713D1198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CUDA 头文件版本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D161C7-8B98-4A21-AE91-915F8FB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83150A-2502-4CCA-96E6-2FF1A29C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0257949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7C9F9F-E988-4C4A-9FD6-9B8F71FA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824CC-F2B4-4625-9B09-C3933EAC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计时与正确性边界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6B638-5BE1-4C62-A3BD-9B0CE75C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D07B2-7CDE-4981-B94B-1300A95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C8AC2-BF73-476D-84D8-A9431B0A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12c3093cb4305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32115-5D14-4CE5-B000-E9E0098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09f6d3e20440c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97F76-10D7-468C-AC4F-81C5321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536C7-1FA0-447A-90F0-1E4CECCF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计时边界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53FFE-8C5A-4E40-99C0-422DA8C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E17CE-CB33-4D99-8FF3-0AD7CA71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首次编译与一次性分配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4B164-A944-44AE-B2C4-C3058676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9B9CC-D996-4AAD-8C9A-34DB5897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布局处理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F1170-844E-4383-8E9A-552C67F5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D8D05-14E5-4424-91E5-D90571C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749EB-66A1-4594-B720-25EDE47A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284AC-2652-4C1C-B9FC-5AE3B3A2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内核执行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81FED-9508-4FB6-8DCD-68B8D04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954E2-47EF-419E-8527-CFEC14F3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状态回写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AC69D-CDF9-4006-91E8-A841A56E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后续调用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0E867-E048-4F15-841F-161E380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AC55C-982F-498C-9CD1-8D49EEE6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4A582-2C16-4BA5-80A4-530339CC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DC8956-63F2-46C5-B39F-84192A44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4FA29F-86BA-419B-A24D-14B5A4FC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8B838-28A8-4D7A-97A2-833B628F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计时外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5E870-256C-4FB3-80B7-A8B3038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公开接口计时范围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0CACC-6590-42BD-9407-5379392B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FED03-A024-4D66-94C6-9D508FF6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445ED-C5F5-45F6-B3F5-91A2D22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状态一致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F2B25-34F8-4F43-BEC5-895A072C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每次调用使用相同非零初态，重复测量时轮转状态槽位。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821D13-7A01-4353-A164-089C2EA1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5E73BE-43D4-45DE-AC1E-F8CB88A4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进程隔离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2AE893-6D3F-4E86-899A-FEEA546D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每个实现使用独立进程，避免 CUDA 符号覆盖改变实际执行路径。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A74A34-5D7E-4DD4-ABA5-3AD9C0A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9A5546-4875-4F60-B08C-5E1C30C1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双重正确性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276A6B-4B12-40B0-969D-E3BB8C12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同时检查输出与最终状态，并覆盖打包、尾块和连续两次调用。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A7B153-DEAF-4956-93B1-90E009CC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B60D85-D10C-4D8B-AF2D-5FFFBD37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正式性能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A9C328-3181-45D0-808C-3E7EA375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386826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BF6394-B082-4B1D-BFC6-8DD74CBF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06  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F0D6D-59EE-478C-A4BD-A9FC1B7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双分支的公平性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42463-3F93-49D0-98A1-13277207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BDB79-60C1-41DF-9181-517608F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0F785-2BCB-4614-B9B0-71084CF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58dd625cd4c07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EF8C4-F41C-49D1-ADD4-74ED4BF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cce33427547c9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A9EAB-D870-4A0D-A83C-787429AA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28ADE-2C52-44B8-9C78-E4712754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架构收益只能从“同预算的最优边界”中被分离出来。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8FFD7-FA4A-47FD-B91F-33E35AB6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两条支路的搜索能量可以不同，但机会预算与证据门槛必须一致。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EF647-47EF-4C72-AEB3-A4DCA29A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4288">
            <a:solidFill>
              <a:srgbClr val="D2AA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977D0-6179-490A-AF78-DAFEB082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44810-FDF5-4F52-B937-359EB403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12192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9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50F8D-DEAA-4D4C-953C-0EE16171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4C86B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4501B-34BC-4888-8B36-B1E300F8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13811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9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5B7DC-D8E5-4969-B6C0-6A94663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9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ADB87-BD95-4A67-BE07-B9803755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0E32C-BAB9-4B7F-964D-72C43015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DA6E5-BBBF-41F9-9624-BC5DE736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71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AE19D-CD00-4E32-A965-2B965626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90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H0  官方路径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8501A-47DC-477A-B5EB-AFC86A8D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90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H1  同预算最优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89AF4-FD0D-4073-B0E8-6A6BA58F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局部闭包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E3226-FD44-4541-992D-8A75D896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12001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503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D327F0-1B50-4FEC-A580-ED792AA8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14478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C767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87BBA-515D-48F8-A068-C2A7D6B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13906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08A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B2D4D-AB6E-46B4-9C1B-D6A88E3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D1EC9D-FB44-4A05-94FC-2A401DCF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081D1-B2B7-4972-B5D9-470244A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E944B-9638-499A-B42E-C85CBCBD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1B97A-6DE9-497B-A3B2-AA0A729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T0  同预算接入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2CDB2-E0B8-414A-BC9A-0F992E0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T1 / T2  布局与全栈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722D4-F5DF-489F-9531-82607E47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EDC237-05AE-41A1-A89F-590B9486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共享证据合同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62DF5-DD0B-4B1E-A98C-D2BEFD3D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17EF8C-988F-4FE0-A309-13A5F654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工作负载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898772-9D03-468B-81D9-AC88D7AB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q / k / v、状态和打包边界一致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035239-1D7B-42B9-8F36-CA721E55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968E40-BACA-440D-80D6-B7424E8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机会预算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CBD6DD-A002-45DC-9C5A-844576F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每轮候选数和搜索机会匹配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CBA71E-5535-4748-97B9-2E02D87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24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DEA72E-5696-4BEB-BA06-1237BB8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86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证据门槛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E577B5-6CEF-4EA3-9A8D-BF09ED1F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身份、output + final state、public-full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799146-2AB3-4C81-9D5E-B97464FD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511AAF-BD42-44CF-A095-8ED245FB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比较对象  </a:t>
            </a:r>
            <a:r>
              <a:rPr>
                <a:solidFill>
                  <a:srgbClr val="151A21"/>
                </a:solidFill>
              </a:rPr>
              <a:t>同预算的最优边界，不是新旧指令的标签。</a:t>
            </a:r>
          </a:p>
        </p:txBody>
      </p:sp>
    </p:spTree>
    <p:extLst>
      <p:ext uri="{BB962C8B-B14F-4D97-AF65-F5344CB8AC3E}">
        <p14:creationId xmlns:p14="http://schemas.microsoft.com/office/powerpoint/2010/main" val="1629986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d9e9adf0e4cb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E17ED-7F69-4D75-BC68-D522C55B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D109A-713C-475F-A5F4-F4A737FA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f0b55c4634265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92699-852A-46C4-B9B9-2D05730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c0d5a2c534572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58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d8626415b436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77EA3-AA16-4D06-939E-8BEE1254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FE259-953C-4F28-A9AF-62831A5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080d34490425a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E6008-353A-4A39-9E39-ECE752A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e840447704f77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4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8A722-DD06-4359-ABB8-B51D4799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09  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A3398-516B-43D9-B610-CE0AFA2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三个关键结论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EAEAE-1B9C-4204-A799-2CAA0F11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A426E-3345-40B3-BFBF-D23731C9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6C477-0297-4A87-A02B-B18D518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a967c7ea94a6d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0AE8A-0722-470C-93DE-E610921C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93037cf684385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2B80F-2ABC-465F-9BAF-E22109C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B1C0D-111F-4A35-A4B1-A79C656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Q1 · Q5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651ED-F52E-4B4B-9F0F-56578C1A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数值约束决定分块设计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75608-EAD4-408B-91CE-C2D844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D106D-8861-43B3-B6C5-320089D5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输出、最终状态、连续两次调用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95F8F-DF10-4077-9C4C-CC5FFF49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2EDE1-9EBE-4201-B1D0-6313E931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Q2 · Q4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01061-4F3F-4F61-A574-4046663E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分块合法不等于整体高效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E3CE0-94CF-461F-8186-0EE15479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3162B-B576-4B1C-823B-C1CE9711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V128 0.920×   计算/显存 2.64%/1.24%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B5596-F600-448C-957D-F17DD8E9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394D6-F2B2-4450-A5D8-1E1C77B2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Q3 ·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1F15B-F76A-4835-85CA-468A0AE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并行机会决定迁移和部署方式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F0C7C-1A26-4C77-AF90-E0B0E148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60E33-2415-47AF-8DE6-615A8188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value 切片时延 −27.0%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48D26-ABE3-451E-84CD-8CDBA7C4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6066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5E7B0B-5370-4E1C-843D-ABA73B2C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10 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48365-0DF6-4318-A182-DBD2D9C7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四条挑战路径的投入与回报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49ADA-27CA-434D-A920-CD8D138B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FF22B-27D8-4683-83FF-041B4CAF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FE158-1F2A-40D2-A8FF-0AD613E8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16451fd924be4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3C644-BB0E-490F-A61D-837FA16E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ac91a81f64379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07C7A-127E-4E21-B463-1AD71BE0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62D40-99A7-4A18-AE17-F914FE0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气泡大小表示改造能量，位置表示完整路径的实测回报。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96AA1-C95F-46B0-B8E7-3C3DA599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快速试探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DA8A2-1D87-4661-A9EA-8DB2F65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1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全栈改造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7F25B-BA80-4B24-8F16-8702DA6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E1E48-1AE2-4BBD-A828-30F93B66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43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改造范围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2DA17-01B7-4F14-885A-5F7F6AAD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F2BD3-559C-4222-88A6-19604050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回报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29AB9-741D-4C95-9799-78A6750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21145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965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E3712-2858-43FC-AD38-2167653F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22479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18B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AAA53-DD51-418B-AAA8-71F1B08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20955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9B6D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F213B-0724-491C-BBB8-907DB822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057400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5E92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AB83A-8C9C-42C4-A48F-963A808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433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E6"/>
          </a:solidFill>
          <a:ln xmlns:a="http://schemas.openxmlformats.org/drawingml/2006/main" w="19050">
            <a:solidFill>
              <a:srgbClr val="A84D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3B990-EFA0-4F9C-9D28-A7FBE445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73492-AE78-482E-AA10-33ECDC46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01  Direct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D18B6-EE55-4ADD-A82C-4B48C0BA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只替换矩阵乘加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D1886-3CDF-4960-9E63-848F037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AE3"/>
          </a:solidFill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E3927-C9EA-46CC-9FC2-B68BF5E9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02193-6C65-4143-8682-14CA4E2D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370C6-EC7A-4509-9E84-84700DAF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02  V16 布局探针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987A7B-9455-41E9-AAFC-41C8B7B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核心计算有潜力，承载层会吞掉收益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24835-DCB7-4E9C-9FD3-4CEC68E7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E6"/>
          </a:solidFill>
          <a:ln xmlns:a="http://schemas.openxmlformats.org/drawingml/2006/main" w="19050">
            <a:solidFill>
              <a:srgbClr val="A84D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00318-91D3-4E7E-949A-3222A37A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0.906×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30F25-3290-494C-AD6E-B9726D1F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03  H3 数据流重排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3D7B4-98B7-48EE-8217-AD6F92DC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正确，但串行路径未缩短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F8E3C9-B437-43DB-BFDA-CB815B20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3813">
            <a:solidFill>
              <a:srgbClr val="2F7A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12F71-20DA-409D-9B35-E5C4DF23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193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A115F4-3AEB-4D9D-A3C6-BD0C159A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5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1542AC-8076-4135-A838-5973D774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9 / 9 获益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F60DC3-D215-4283-A39F-BD4ED3F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04  CAKE 全栈协同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4963AC-9252-4F22-B1A7-CF7E7C3C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驻留、角色、流水、布局与分发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E03D29-87CF-4A23-91A6-E2C53AF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轨迹展示的不是线性进步。 </a:t>
            </a:r>
            <a:r>
              <a:rPr>
                <a:solidFill>
                  <a:srgbClr val="151A21"/>
                </a:solidFill>
              </a:rPr>
              <a:t>Direct 和 H3 留下负边界，V16 揭示 carrier 问题，CAKE 才将这些知识组成完整收益。</a:t>
            </a:r>
          </a:p>
        </p:txBody>
      </p:sp>
    </p:spTree>
    <p:extLst>
      <p:ext uri="{BB962C8B-B14F-4D97-AF65-F5344CB8AC3E}">
        <p14:creationId xmlns:p14="http://schemas.microsoft.com/office/powerpoint/2010/main" val="44868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447BA7-14FE-4353-B1E0-44C82C23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11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B490B-EE53-43C6-B9E3-DCA0B9BF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tcgen05 的承载成本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5C124-957A-4661-9B41-0543F972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D71A3-1D60-4067-A6FB-ECACBAEB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F33BE-D389-4DE2-8FA6-8EAAB0EE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be3b9e6df4f27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BEFAC-8F28-4B16-A119-93179B95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362794d4d435a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2B116-C9F5-44B9-98B2-440628B9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3A328-4A9C-4932-8719-F4E7D71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每一行使用自己的基线和计时范围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AE069-973C-4815-BB8E-FE1957AD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82EF9-E855-45C8-8915-6558762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0.0×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35624-F47E-427C-B1B3-BFF98F68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241BE-894E-4AA0-8D29-6D476085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0.5×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2E92F-B6A8-448F-8146-D1FA095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5EF45-8B3F-4F76-8FF1-B256C01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63C1D-C3B9-4B24-9F78-BE76EF96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1239E-09EA-4E95-B0FF-5923D01B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1.5×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54A52-ABC3-4793-A3F7-A957F6DB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DC769-A7DD-4FD5-BF46-34161A06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V128 直接替换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C724B-9E53-49E2-8999-94DBD8D9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完整承载层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DB45D-8E9F-47B1-930E-A4CDF459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9F004-D81E-4394-A60F-AF0B35A3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04097-DD23-4947-A8B6-C9C2E70C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首选布局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D7854-E3F6-4C58-8A54-8C99280A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 L0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6CBDA-FA80-4335-B1D4-5E6875EC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B53545-5905-4D0A-B660-BC81738F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98E46-A987-44FC-A590-524154FF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标量重构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6A2C5-E460-47BD-9EDE-B55254E8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承载层 L1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0EBC1-BEF6-4DAB-B6F0-15BBB8B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52832-8980-4942-B486-1AEC8257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883A26-453B-4AE5-8375-D74C8C89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1FB173-D888-4FDC-9927-AE5F181D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承载层成本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1BC1CF-93FD-424A-B16E-0C4F828B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地址描述符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6177C2-AC9E-4E69-977A-0A39B05D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9F4FED-F3BB-4AA0-966F-A002308D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张量内存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4A0CA-FB64-46AD-B924-8DEFDFD2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7D5F3F-5403-4BAC-A1D7-AFCD6C67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提交 / 等待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EC601C-D583-47AB-8238-7F0AE1C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D49A46-E2AE-4687-B78A-72B5D2A6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结果读回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D3FF8D-7B1B-416C-8EDD-D27AC5DC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75E3CA-EF1B-4B48-895A-0AE1AFC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数据布局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635346-039E-49BF-9735-38F354B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242135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08171-3BAF-4A45-B79D-8313EA54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12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01044-9B36-4E49-A94B-64ACA31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全栈路径：9/9 获益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DBC9E-64D0-4718-BEFD-0337285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FF60F-6B76-4579-8BA3-085ACE73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5060B-E2FA-41F7-84ED-BEFFA96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69dea8ffd4e5d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FE048-E854-4D96-B1FC-FBAB22C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8d37bc4444a5f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978E8-75BE-4A8C-929D-49E2E643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51EC2-849C-45E0-BD21-C72898EB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公开接口完整加速比 = 官方时延 / 候选时延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7683A-E8CB-4741-9373-3F234286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图示代表工作负载；H3 为局部重排，CAKE 为全栈协同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7E3F1-7911-48AC-891E-427280DB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FE0D9-CB97-4FE7-A4F1-03044EF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65705-2B14-4BD7-88EF-A26AB96B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30C20-A7A2-4FE0-87BC-EAA7CED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2091C-0F2A-41FF-9B59-55C70A0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52CC4-847E-484F-8890-A914A4B0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0.905×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4CEBC-F9E5-4D5E-B291-FFCD038B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H96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CD3DB-7243-40F4-8B17-3AB1331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946B5-64CD-419E-B38F-19738E9E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2855D-EAB9-4ECD-8AD0-872634FC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0.758×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1DB8C-43BA-4BAA-B33B-B6A87BB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52043-FBEF-44DF-8581-97A6905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65E24-6A8E-4F93-8A46-EF030EF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47071-2520-4CFE-8FC0-975CB7C2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FC1C9-20C3-450E-BDF7-17C8DBA5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H96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07D2-9513-46D5-9199-D6731AD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6F2B1-C3A1-4E5F-982B-726685E1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973DE-A557-4201-AEBD-795FBDA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2.253×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BE4141-6559-4483-8F40-EDD7BF06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B72AFD-0536-4FBA-96C8-79A92B6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15012576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998c2732a4b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B1830-5252-4505-9722-FEDF60FD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E2CF8-CF65-4FB6-BCFD-3176CCB1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ba1cbb71e435f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B3BF0-8215-4593-8038-8377097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3d4444e6a4674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679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B304A3-6FB9-4A1F-BE56-733601B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14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CCA19-72F9-441A-A0B4-30CF57F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证据驱动的条件部署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4BC18-4207-497D-AFCD-832DA03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D6127-73F6-4582-8A3C-B50206CB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BB4A1-8E65-4ECC-97AE-5CCE0F06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bb911b443446f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4F820-39A6-41FD-9D9C-79DDE69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265b9d7204a13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D623F-5A74-43E6-8D70-D589AC71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0263B-67E8-44E7-B002-752A3D9E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线上路由不应求一刀切。证据足够的 profile 走 SM100，其余保留 HMMA 回退。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7DE37-A2BF-4765-A075-4995B0AF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7145">
            <a:solidFill>
              <a:srgbClr val="D2AA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5B7A0-0026-44E4-A273-991F7595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设备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负载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620CB-9BB2-42B7-89B2-44FAD27A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型号 · head 数 · 序列形态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C5B28-75CF-45F2-9A79-923DB475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146685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23025-C2F2-47EA-9C5C-3458DDA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B21B3-3AA9-44E1-BFFD-FA69D12C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资格检查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971E7-36E8-4178-AF45-41CC24E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B300 且 profile 已认证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F3744-EE18-407A-93CE-BADCB3A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147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5F418-C30A-4EE6-803F-5D334A04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public-full 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7B2A2-AD84-4E68-83F3-7E0CD3FA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15240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F7A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5481E-D16B-478E-A742-5135AD6D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75">
            <a:solidFill>
              <a:srgbClr val="2F7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74AE4-075C-4514-99D7-DF43F063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95750"/>
            <a:ext cx="14668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C5F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92533-466D-4DBE-8338-5BC3484A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053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C5F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DB59C-2BA2-4237-9ECD-A4FE943C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C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D83E5-9C65-4093-9F62-A2FB6E0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B5491-DC93-43C4-8747-38C5F511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3812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32E58-B009-4AAC-8DD6-0B1B373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SM100 专用后端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2D1C25-720D-4403-934C-81A648E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认证路径 T2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FCBB6-827D-4EEA-9FC7-CC9BFE81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909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条件成立时启用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60634-023D-487D-808A-5AA8D39E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3812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FF6"/>
          </a:solidFill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5C0A7-EE97-42EC-8449-1539B3FD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434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兼容后端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371D0-5E37-4895-A430-6EDF35B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81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默认回退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69464-F781-4191-B213-2AB9A22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435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保持跨代可用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539AD-5879-4630-AA9C-AAD408E1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1301C-C907-4798-81DC-AC6E3916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晋级证据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EF9FEF-BFC5-4E2B-9927-8B739ED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286038-EA14-4155-AB80-A2F811A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38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F27B94-9872-42F8-A39A-539A837C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8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0ACE25-A89F-4A75-AB34-B0D93B63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工作负载认证</a:t>
            </a:r>
          </a:p>
        </p:txBody>
      </p:sp>
    </p:spTree>
    <p:extLst>
      <p:ext uri="{BB962C8B-B14F-4D97-AF65-F5344CB8AC3E}">
        <p14:creationId xmlns:p14="http://schemas.microsoft.com/office/powerpoint/2010/main" val="20949787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27CAC-923F-4FC7-8A51-33A3827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论文方法图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17542-FA8F-431A-BED8-2127DCF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rPr>
              <a:t>论文图 1  方法框架摘录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8E1D2-1EA4-4287-B4A9-50790084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76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E0279-A0FB-48D2-A272-C7546EC6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90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18af5e7c946a5"/>
          <a:stretch xmlns:a="http://schemas.openxmlformats.org/drawingml/2006/main"/>
        </p:blipFill>
        <p:spPr>
          <a:xfrm xmlns:a="http://schemas.openxmlformats.org/drawingml/2006/main">
            <a:off x="9934575" y="18097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C3E07-6D92-43A1-AF36-E0C7B999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190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90aebedef49c4"/>
          <a:stretch xmlns:a="http://schemas.openxmlformats.org/drawingml/2006/main"/>
        </p:blipFill>
        <p:spPr>
          <a:xfrm xmlns:a="http://schemas.openxmlformats.org/drawingml/2006/main">
            <a:off x="10544175" y="240438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BDCD6-EEFA-4755-991A-EDBD744A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3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5b80e03094d29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B5A2C-745A-4F98-BB48-BB1C30F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图中方法的中文释义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EA104-A1A2-4246-9211-77EF362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AA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4238F-E37C-4206-9B1E-B790E4E2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双分支搜索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DB1E1-25B6-43DD-BE27-7C87EF63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HMMA 与 tcgen05 独立优化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BE592-D177-4F78-875A-59157602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证据式晋级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DB0BD-2D95-4F17-A898-944C1FB2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实际路径、正确性、成本同时携带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61611-A280-4765-BFAB-FAEEFA78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双层中间表示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BC344-A77F-4CF6-8F6D-32E0E6C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把运行数据转成带适用范围的经验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970AC-20B2-4A3D-92D4-58ECA6E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F0270D-16DF-4ED6-B059-CB2CC338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已认证 SM100 路径，未覆盖 profile 回退 HMMA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14D4E-757E-42D7-AD0C-F72A8D01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8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AACA7-1D4A-4DB6-9879-5098A422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D2AA52"/>
                </a:solidFill>
              </a:rPr>
              <a:t>最终回答  </a:t>
            </a:r>
            <a:r>
              <a:rPr b="1">
                <a:solidFill>
                  <a:srgbClr val="FFFFFF"/>
                </a:solidFill>
              </a:rPr>
              <a:t>SM100 值得以受条件保护的后端方式加入 FlashKDA。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8A926-5B2A-4911-9EF0-187FA418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577750811"/>
      </p:ext>
    </p:extLst>
  </p:cSld>
</p:sld>
</file>

<file path=ppt/theme/theme1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奶龙必胜</dc:creator>
  <lastModifiedBy>Walnut Exporter</lastModifiedBy>
  <dc:title>FlashKDA SM100 迁移分析</dc:title>
  <dcterms:created xsi:type="dcterms:W3CDTF">2026-09-11T02:03:30.8870000Z</dcterms:created>
  <dcterms:modified xsi:type="dcterms:W3CDTF">2026-09-11T02:03:30.8870000Z</dcterms:modified>
</coreProperties>
</file>