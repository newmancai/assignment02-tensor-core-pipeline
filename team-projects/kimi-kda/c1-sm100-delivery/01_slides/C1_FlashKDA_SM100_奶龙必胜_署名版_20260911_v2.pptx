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5f3f00ed34c3c" /><Relationship Type="http://schemas.openxmlformats.org/officeDocument/2006/relationships/extended-properties" Target="/docProps/app.xml" Id="R4011b33785b14092" /><Relationship Type="http://schemas.openxmlformats.org/officeDocument/2006/relationships/officeDocument" Target="/ppt/presentation.xml" Id="R219fc049de26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5105b89d941f0"/>
  </p:sldMasterIdLst>
  <p:notesMasterIdLst>
    <p:notesMasterId xmlns:r="http://schemas.openxmlformats.org/officeDocument/2006/relationships" r:id="R37310135e85448bf"/>
  </p:notesMasterIdLst>
  <p:sldIdLst>
    <p:sldId xmlns:r="http://schemas.openxmlformats.org/officeDocument/2006/relationships" id="256" r:id="R46c7b1f9ceba4621"/>
    <p:sldId xmlns:r="http://schemas.openxmlformats.org/officeDocument/2006/relationships" id="257" r:id="R593f468604894061"/>
    <p:sldId xmlns:r="http://schemas.openxmlformats.org/officeDocument/2006/relationships" id="258" r:id="R4a05b020124949ea"/>
    <p:sldId xmlns:r="http://schemas.openxmlformats.org/officeDocument/2006/relationships" id="259" r:id="R87559f480e894c3f"/>
    <p:sldId xmlns:r="http://schemas.openxmlformats.org/officeDocument/2006/relationships" id="260" r:id="Rddbd580a38f44fbd"/>
    <p:sldId xmlns:r="http://schemas.openxmlformats.org/officeDocument/2006/relationships" id="261" r:id="Rbf0eb3332d3c4d5e"/>
    <p:sldId xmlns:r="http://schemas.openxmlformats.org/officeDocument/2006/relationships" id="262" r:id="R1ec4f2bd7479423a"/>
    <p:sldId xmlns:r="http://schemas.openxmlformats.org/officeDocument/2006/relationships" id="263" r:id="Rf14a058eb7274ee4"/>
    <p:sldId xmlns:r="http://schemas.openxmlformats.org/officeDocument/2006/relationships" id="264" r:id="R49cb2b16fd87445c"/>
    <p:sldId xmlns:r="http://schemas.openxmlformats.org/officeDocument/2006/relationships" id="265" r:id="R962cfd32faae454c"/>
    <p:sldId xmlns:r="http://schemas.openxmlformats.org/officeDocument/2006/relationships" id="266" r:id="R8a7dc3c8886e48d8"/>
    <p:sldId xmlns:r="http://schemas.openxmlformats.org/officeDocument/2006/relationships" id="267" r:id="R28d69f5c68554446"/>
    <p:sldId xmlns:r="http://schemas.openxmlformats.org/officeDocument/2006/relationships" id="268" r:id="R6ea38286a73d4c5b"/>
    <p:sldId xmlns:r="http://schemas.openxmlformats.org/officeDocument/2006/relationships" id="269" r:id="R232e32909392417b"/>
    <p:sldId xmlns:r="http://schemas.openxmlformats.org/officeDocument/2006/relationships" id="270" r:id="R277b97f33115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6cf4962584470" /><Relationship Type="http://schemas.openxmlformats.org/officeDocument/2006/relationships/slideMaster" Target="/ppt/slideMasters/slideMaster1.xml" Id="R81c5105b89d941f0" /><Relationship Type="http://schemas.openxmlformats.org/officeDocument/2006/relationships/notesMaster" Target="/ppt/notesMasters/notesMaster1.xml" Id="R37310135e85448bf" /><Relationship Type="http://schemas.openxmlformats.org/officeDocument/2006/relationships/presProps" Target="/ppt/presProps.xml" Id="Rb68704b5424f40b5" /><Relationship Type="http://schemas.openxmlformats.org/officeDocument/2006/relationships/tableStyles" Target="/ppt/tableStyles.xml" Id="R832ed73348b4464e" /><Relationship Type="http://schemas.openxmlformats.org/officeDocument/2006/relationships/slide" Target="/ppt/slides/slide1.xml" Id="R46c7b1f9ceba4621" /><Relationship Type="http://schemas.openxmlformats.org/officeDocument/2006/relationships/slide" Target="/ppt/slides/slide2.xml" Id="R593f468604894061" /><Relationship Type="http://schemas.openxmlformats.org/officeDocument/2006/relationships/slide" Target="/ppt/slides/slide3.xml" Id="R4a05b020124949ea" /><Relationship Type="http://schemas.openxmlformats.org/officeDocument/2006/relationships/slide" Target="/ppt/slides/slide4.xml" Id="R87559f480e894c3f" /><Relationship Type="http://schemas.openxmlformats.org/officeDocument/2006/relationships/slide" Target="/ppt/slides/slide5.xml" Id="Rddbd580a38f44fbd" /><Relationship Type="http://schemas.openxmlformats.org/officeDocument/2006/relationships/slide" Target="/ppt/slides/slide6.xml" Id="Rbf0eb3332d3c4d5e" /><Relationship Type="http://schemas.openxmlformats.org/officeDocument/2006/relationships/slide" Target="/ppt/slides/slide7.xml" Id="R1ec4f2bd7479423a" /><Relationship Type="http://schemas.openxmlformats.org/officeDocument/2006/relationships/slide" Target="/ppt/slides/slide8.xml" Id="Rf14a058eb7274ee4" /><Relationship Type="http://schemas.openxmlformats.org/officeDocument/2006/relationships/slide" Target="/ppt/slides/slide9.xml" Id="R49cb2b16fd87445c" /><Relationship Type="http://schemas.openxmlformats.org/officeDocument/2006/relationships/slide" Target="/ppt/slides/slide10.xml" Id="R962cfd32faae454c" /><Relationship Type="http://schemas.openxmlformats.org/officeDocument/2006/relationships/slide" Target="/ppt/slides/slide11.xml" Id="R8a7dc3c8886e48d8" /><Relationship Type="http://schemas.openxmlformats.org/officeDocument/2006/relationships/slide" Target="/ppt/slides/slide12.xml" Id="R28d69f5c68554446" /><Relationship Type="http://schemas.openxmlformats.org/officeDocument/2006/relationships/slide" Target="/ppt/slides/slide13.xml" Id="R6ea38286a73d4c5b" /><Relationship Type="http://schemas.openxmlformats.org/officeDocument/2006/relationships/slide" Target="/ppt/slides/slide14.xml" Id="R232e32909392417b" /><Relationship Type="http://schemas.openxmlformats.org/officeDocument/2006/relationships/slide" Target="/ppt/slides/slide15.xml" Id="R277b97f33115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a999978a9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98d6e538f845d3" /><Relationship Type="http://schemas.openxmlformats.org/officeDocument/2006/relationships/notesMaster" Target="/ppt/notesMasters/notesMaster1.xml" Id="Rdafdbd66515e48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0911a54244548" /><Relationship Type="http://schemas.openxmlformats.org/officeDocument/2006/relationships/notesMaster" Target="/ppt/notesMasters/notesMaster1.xml" Id="Rcce440e1e10741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cf9a0c959b4078" /><Relationship Type="http://schemas.openxmlformats.org/officeDocument/2006/relationships/notesMaster" Target="/ppt/notesMasters/notesMaster1.xml" Id="R885f188c3d5048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99fd71e4c49a8" /><Relationship Type="http://schemas.openxmlformats.org/officeDocument/2006/relationships/notesMaster" Target="/ppt/notesMasters/notesMaster1.xml" Id="Rb756a61f63f54c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e4634b2b654600" /><Relationship Type="http://schemas.openxmlformats.org/officeDocument/2006/relationships/notesMaster" Target="/ppt/notesMasters/notesMaster1.xml" Id="R2fee3c5515f7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c120437ad4593" /><Relationship Type="http://schemas.openxmlformats.org/officeDocument/2006/relationships/notesMaster" Target="/ppt/notesMasters/notesMaster1.xml" Id="R54815e286c1240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86bd4869b947a9" /><Relationship Type="http://schemas.openxmlformats.org/officeDocument/2006/relationships/notesMaster" Target="/ppt/notesMasters/notesMaster1.xml" Id="R2ee279cc7e5947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2d79760a874fef" /><Relationship Type="http://schemas.openxmlformats.org/officeDocument/2006/relationships/notesMaster" Target="/ppt/notesMasters/notesMaster1.xml" Id="Ra4c0c54d53de4c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4fc7be8c0d4284" /><Relationship Type="http://schemas.openxmlformats.org/officeDocument/2006/relationships/notesMaster" Target="/ppt/notesMasters/notesMaster1.xml" Id="R5c329c7ee95244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10e167c04c489e" /><Relationship Type="http://schemas.openxmlformats.org/officeDocument/2006/relationships/notesMaster" Target="/ppt/notesMasters/notesMaster1.xml" Id="R9794fc65baa140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8af80e1be74dbd" /><Relationship Type="http://schemas.openxmlformats.org/officeDocument/2006/relationships/notesMaster" Target="/ppt/notesMasters/notesMaster1.xml" Id="R3e9ac2ef5cd9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7a7152e9514139" /><Relationship Type="http://schemas.openxmlformats.org/officeDocument/2006/relationships/notesMaster" Target="/ppt/notesMasters/notesMaster1.xml" Id="R669328f4c76444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4996d66ec442a1" /><Relationship Type="http://schemas.openxmlformats.org/officeDocument/2006/relationships/notesMaster" Target="/ppt/notesMasters/notesMaster1.xml" Id="R0f8a12bb0d9742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eacb556ab4db4" /><Relationship Type="http://schemas.openxmlformats.org/officeDocument/2006/relationships/notesMaster" Target="/ppt/notesMasters/notesMaster1.xml" Id="Rab81b4eb4e7b45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e536da2a1c43f4" /><Relationship Type="http://schemas.openxmlformats.org/officeDocument/2006/relationships/notesMaster" Target="/ppt/notesMasters/notesMaster1.xml" Id="Rccb4eb88ba17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开场直接给出 C1：FlashKDA 官方 recurrence 使用 HMMA，我们研究迁移到 SM100 是否值得。</a:t>
            </a:r>
          </a:p>
          <a:p xmlns:a="http://schemas.openxmlformats.org/drawingml/2006/main">
            <a:r>
              <a:t>本次答辩严格按复现与测量、分析、挑战三步展开。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这一页定义整场答辩的主线。后续方法、结果与知识都回到这三步。</a:t>
            </a:r>
          </a:p>
          <a:p xmlns:a="http://schemas.openxmlformats.org/drawingml/2006/main">
            <a:r>
              <a:t>最终回答强调 guarded backend 和全栈协同。</a:t>
            </a:r>
          </a:p>
          <a:p xmlns:a="http://schemas.openxmlformats.org/drawingml/2006/main">
            <a:r>
              <a:t>来源：C1_FINAL_ASSIGNMENT_OUTLINE_20260910.md。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先解释为什么 KDA 不是普通 GEMM。K2 在 chunk 内递推，state 又把 chunk 串联起来。</a:t>
            </a:r>
          </a:p>
          <a:p xmlns:a="http://schemas.openxmlformats.org/drawingml/2006/main">
            <a:r>
              <a:t>因此迁移要同时处理并行结构、数值状态和跨调用 correctness。</a:t>
            </a:r>
          </a:p>
          <a:p xmlns:a="http://schemas.openxmlformats.org/drawingml/2006/main">
            <a:r>
              <a:t>来源：https://github.com/MoonshotAI/FlashKDA/blob/master/docs/20260420-flashkda-v1-deep-dive.md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我们不是根据源码名称判断指令，而是冻结 commit、实际加载模块与 hash，再对 SASS 计数。</a:t>
            </a:r>
          </a:p>
          <a:p xmlns:a="http://schemas.openxmlformats.org/drawingml/2006/main">
            <a:r>
              <a:t>结果是 3,640 条静态 HMMA，TCGEN/UTCMMA 为 0。</a:t>
            </a:r>
          </a:p>
          <a:p xmlns:a="http://schemas.openxmlformats.org/drawingml/2006/main">
            <a:r>
              <a:t>来源：SM100_MAINLINE_DELIVERY.md；C1_REPRODUCTION_ANALYSIS_CHALLENGE_CONTENT_20260910.md。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正式比较以 public call 为单位。布局、workspace 和 state copy-back 只要每次调用发生，就必须计时。</a:t>
            </a:r>
          </a:p>
          <a:p xmlns:a="http://schemas.openxmlformats.org/drawingml/2006/main">
            <a:r>
              <a:t>隔离进程修正了同进程 symbol interposition 风险。</a:t>
            </a:r>
          </a:p>
          <a:p xmlns:a="http://schemas.openxmlformats.org/drawingml/2006/main">
            <a:r>
              <a:t>来源：C1_REPRODUCTION_ANALYSIS_CHALLENGE_CONTENT_20260910.md §2。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双分支 Agent 的动机是公平性。HMMA 和 tcgen05 各自独立优化，再用同一 workload 和同一 gate 比较。</a:t>
            </a:r>
          </a:p>
          <a:p xmlns:a="http://schemas.openxmlformats.org/drawingml/2006/main">
            <a:r>
              <a:t>H0/H1 分离旧路径的优化空间，T0/T1/T2 分离 tcgen05 接入与全栈路径。</a:t>
            </a:r>
          </a:p>
          <a:p xmlns:a="http://schemas.openxmlformats.org/drawingml/2006/main">
            <a:r>
              <a:t>来源：FRAMEWORK_SCOPE_CORRECTION_20260910.md。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 Agent 的核心产物是判断和可复用知识，不是一串 benchmark 数字。</a:t>
            </a:r>
          </a:p>
          <a:p xmlns:a="http://schemas.openxmlformats.org/drawingml/2006/main">
            <a:r>
              <a:t>五类角色只提交 typed patch；协调器先做冲突、物理协议和语义去重检查，再把合法候选分配到 HMMA 与 TCGEN05 两条支路。</a:t>
            </a:r>
          </a:p>
          <a:p xmlns:a="http://schemas.openxmlformats.org/drawingml/2006/main">
            <a:r>
              <a:t>证据合同检查实际路径、output 与 final state，以及同 workload 和同计时范围。判断写回 scoped Experience IR，已关闭旋钮不再重复采样。</a:t>
            </a:r>
          </a:p>
          <a:p xmlns:a="http://schemas.openxmlformats.org/drawingml/2006/main">
            <a:r>
              <a:t>来源：STAGE12_TYPED_IR_SEARCH_CLOSURE_20260911.md §2.3、§3.3。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Typed IR 把 shape、dtype、layout、carrier、pipeline 和 lifetime 变成可检查字段。</a:t>
            </a:r>
          </a:p>
          <a:p xmlns:a="http://schemas.openxmlformats.org/drawingml/2006/main">
            <a:r>
              <a:t>P3 与 P4 只分配一次 TMEM，并复用同一累加列。P3 的 FP32 D fragment 在明确 BF16 ROUND 后，通过 32B swizzled shared carrier 形成 P4 的输入。</a:t>
            </a:r>
          </a:p>
          <a:p xmlns:a="http://schemas.openxmlformats.org/drawingml/2006/main">
            <a:r>
              <a:t>ROUND 是语义边界，规范化器不得跨过；D fragment 到 A TMEM 也必须有显式 layout proof。</a:t>
            </a:r>
          </a:p>
          <a:p xmlns:a="http://schemas.openxmlformats.org/drawingml/2006/main">
            <a:r>
              <a:t>来源：STAGE12_TYPED_IR_SEARCH_CLOSURE_20260911.md §3.1–3.2、§4.3。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课程六问不需要在台上逐条念。把它们归纳成数值合同、成本结构、并行与部署三条规律，右侧给关键证据。</a:t>
            </a:r>
          </a:p>
          <a:p xmlns:a="http://schemas.openxmlformats.org/drawingml/2006/main">
            <a:r>
              <a:t>Q1/Q5 对应 CHUNK 与 BF16；Q2/Q4 对应 tile 与瓶颈；Q3/Q6 对应并行度与 v2 决策。</a:t>
            </a:r>
          </a:p>
          <a:p xmlns:a="http://schemas.openxmlformats.org/drawingml/2006/main">
            <a:r>
              <a:t>来源：team/TASK.md；C1_REPRODUCTION_ANALYSIS_CHALLENGE_CONTENT_20260910.md §3。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挑战不是只写一个 tcgen kernel，而是用四条互相证伪的路径逐步扩大改造范围。</a:t>
            </a:r>
          </a:p>
          <a:p xmlns:a="http://schemas.openxmlformats.org/drawingml/2006/main">
            <a:r>
              <a:t>Direct 和 H3 失败，V16 揭示 core/carrier 差异，CAKE 证明全栈协同存在显著工程收益。</a:t>
            </a:r>
          </a:p>
          <a:p xmlns:a="http://schemas.openxmlformats.org/drawingml/2006/main">
            <a:r>
              <a:t>来源：SM100_MAINLINE_DELIVERY.md；ROUND1_REVIEW.md。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V16 preferred-layout core 达到 1.615×，说明 native compute 有潜力；加入 scalar rematerialization 的 carrier 后只有 0.779×。</a:t>
            </a:r>
          </a:p>
          <a:p xmlns:a="http://schemas.openxmlformats.org/drawingml/2006/main">
            <a:r>
              <a:t>因此迁移优化的重点不是 opcode，而是 carrier 与布局。</a:t>
            </a:r>
          </a:p>
          <a:p xmlns:a="http://schemas.openxmlformats.org/drawingml/2006/main">
            <a:r>
              <a:t>来源：experiments/sm100_open_round1/TCGEN_OPTION_VALUE.md。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H3 correctness 通过，但 public-full H12/H96 几何平均分别为 0.9055× 和 0.7581×。</a:t>
            </a:r>
          </a:p>
          <a:p xmlns:a="http://schemas.openxmlformats.org/drawingml/2006/main">
            <a:r>
              <a:t>CAKE/official 在九个 profile 全部正收益，H12/H96 几何平均分别为 2.4823× 和 2.2532×。</a:t>
            </a:r>
          </a:p>
          <a:p xmlns:a="http://schemas.openxmlformats.org/drawingml/2006/main">
            <a:r>
              <a:t>这使全栈协同成为本项目最关键的迁移知识。</a:t>
            </a:r>
          </a:p>
          <a:p xmlns:a="http://schemas.openxmlformats.org/drawingml/2006/main">
            <a:r>
              <a:t>来源：https://arxiv.org/abs/2608.12629；SM100_MAINLINE_DELIVERY.md。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闭包只覆盖图中的有限 typed grammar 与已测 profile。每个候选都以 qualified、below gate 或 correctness rejected 结束，证书中的 missing_design_ids 为空。</a:t>
            </a:r>
          </a:p>
          <a:p xmlns:a="http://schemas.openxmlformats.org/drawingml/2006/main">
            <a:r>
              <a:t>这不是全局 GPU 最优性证明。完整 P1 到 P6 public-call、可验证 D 到 A TMEM 映射，以及新的 M64、M128、split、slab 算法族仍在开放边界外。</a:t>
            </a:r>
          </a:p>
          <a:p xmlns:a="http://schemas.openxmlformats.org/drawingml/2006/main">
            <a:r>
              <a:t>长驻留 P3/P4 探针给出 1.43 到 1.45 倍的机制上界；是否成为完整 SM100 后端仍由 public-full 正确性和同口径计时决定。</a:t>
            </a:r>
          </a:p>
          <a:p xmlns:a="http://schemas.openxmlformats.org/drawingml/2006/main">
            <a:r>
              <a:t>来源：STAGE12_TYPED_IR_SEARCH_CLOSURE_20260911.md §1、§4–6；04_evidence/agent_rounds/round9_closure_certificate.json。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最终交付不是一个孤立 benchmark，而是一个可以实现的 dispatcher。</a:t>
            </a:r>
          </a:p>
          <a:p xmlns:a="http://schemas.openxmlformats.org/drawingml/2006/main">
            <a:r>
              <a:t>资格 profile 进入 SM100 T2，其余条件走 HMMA 兼容路径。每个 route 都由执行身份、递推 correctness 和 public-full 证据晋级。</a:t>
            </a:r>
          </a:p>
          <a:p xmlns:a="http://schemas.openxmlformats.org/drawingml/2006/main">
            <a:r>
              <a:t>来源：C1_FINAL_ASSIGNMENT_OUTLINE_20260910.md §7–9。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收尾回到论文方法图。双分支搜索、证据晋级和双层 IR 把迁移问题从一次性 benchmark 变成可积累的探索闭环。</a:t>
            </a:r>
          </a:p>
          <a:p xmlns:a="http://schemas.openxmlformats.org/drawingml/2006/main">
            <a:r>
              <a:t>最终回答：SM100 值得以 guarded backend 的方式加入 FlashKDA。</a:t>
            </a:r>
          </a:p>
          <a:p xmlns:a="http://schemas.openxmlformats.org/drawingml/2006/main">
            <a:r>
              <a:t>图片来源：output/pdf/runtime-profile-evolution-mainline-20260910.pdf，第 2 页 Figure 1 核心片段。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c90984ad64e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bfa848a434429" /><Relationship Type="http://schemas.openxmlformats.org/officeDocument/2006/relationships/slideLayout" Target="/ppt/slideLayouts/slideLayout1.xml" Id="Rfa601129d186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01129d186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e41fb370144fd" /><Relationship Type="http://schemas.openxmlformats.org/officeDocument/2006/relationships/notesSlide" Target="/ppt/notesSlides/notesSlide1.xml" Id="R52919db250934a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87aac79ce4980" /><Relationship Type="http://schemas.openxmlformats.org/officeDocument/2006/relationships/notesSlide" Target="/ppt/notesSlides/notesSlide2.xml" Id="Rba79c06c8bdf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12cc10c5d4ae5" /><Relationship Type="http://schemas.openxmlformats.org/officeDocument/2006/relationships/notesSlide" Target="/ppt/notesSlides/notesSlide3.xml" Id="Rac45ad220b5540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6053c60644dd" /><Relationship Type="http://schemas.openxmlformats.org/officeDocument/2006/relationships/notesSlide" Target="/ppt/notesSlides/notesSlide4.xml" Id="R9284e0c93f5b4b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c4bc02264bca" /><Relationship Type="http://schemas.openxmlformats.org/officeDocument/2006/relationships/notesSlide" Target="/ppt/notesSlides/notesSlide5.xml" Id="R53f525028355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18d73a4d74ef7" /><Relationship Type="http://schemas.openxmlformats.org/officeDocument/2006/relationships/notesSlide" Target="/ppt/notesSlides/notesSlide6.xml" Id="R52d64c3dfbaa4f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f6d92f770408b" /><Relationship Type="http://schemas.openxmlformats.org/officeDocument/2006/relationships/image" Target="/ppt/media/image.png" Id="R41dd3a07cd0048c6" /><Relationship Type="http://schemas.openxmlformats.org/officeDocument/2006/relationships/notesSlide" Target="/ppt/notesSlides/notesSlide7.xml" Id="R837a0420ecb0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a02b1cd5c42b4" /><Relationship Type="http://schemas.openxmlformats.org/officeDocument/2006/relationships/image" Target="/ppt/media/image2.png" Id="R01b0e4580a3e435d" /><Relationship Type="http://schemas.openxmlformats.org/officeDocument/2006/relationships/notesSlide" Target="/ppt/notesSlides/notesSlide8.xml" Id="Rabd90813fd654f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7cf479e2644fa" /><Relationship Type="http://schemas.openxmlformats.org/officeDocument/2006/relationships/notesSlide" Target="/ppt/notesSlides/notesSlide9.xml" Id="R7aa03507900f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2ce7d36474f85" /><Relationship Type="http://schemas.openxmlformats.org/officeDocument/2006/relationships/notesSlide" Target="/ppt/notesSlides/notesSlide10.xml" Id="R2994a1356df241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d19036a1e4f1c" /><Relationship Type="http://schemas.openxmlformats.org/officeDocument/2006/relationships/notesSlide" Target="/ppt/notesSlides/notesSlide11.xml" Id="R5edef5f08c47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7c294aaa54472" /><Relationship Type="http://schemas.openxmlformats.org/officeDocument/2006/relationships/notesSlide" Target="/ppt/notesSlides/notesSlide12.xml" Id="R1161725ac4ea47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04e73532a4e42" /><Relationship Type="http://schemas.openxmlformats.org/officeDocument/2006/relationships/image" Target="/ppt/media/image3.png" Id="Rc2351a4d212c4d3c" /><Relationship Type="http://schemas.openxmlformats.org/officeDocument/2006/relationships/notesSlide" Target="/ppt/notesSlides/notesSlide13.xml" Id="Rff1e8746d37148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9c36a46e44db3" /><Relationship Type="http://schemas.openxmlformats.org/officeDocument/2006/relationships/notesSlide" Target="/ppt/notesSlides/notesSlide14.xml" Id="R4c09f6b0e8f647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aecffa4914d7a" /><Relationship Type="http://schemas.openxmlformats.org/officeDocument/2006/relationships/image" Target="/ppt/media/image4.png" Id="R0e47d5e80cc6498f" /><Relationship Type="http://schemas.openxmlformats.org/officeDocument/2006/relationships/notesSlide" Target="/ppt/notesSlides/notesSlide15.xml" Id="R27d4734b81f9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0007E-BFFF-47AE-86A3-434F74AA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C1  FlashKDA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C282A98-CDDE-43DB-ACE3-9ADE9502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685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22BCE-5182-465F-B4A1-A61CF5A9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B8C1C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i="0">
                <a:solidFill>
                  <a:srgbClr val="B8C1CA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8B4A0-2FF2-4F60-9BC1-7006B7E1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04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0" i="0">
                <a:solidFill>
                  <a:srgbClr val="8894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8894A0"/>
                </a:solidFill>
                <a:latin typeface="Noto Sans CJK SC"/>
                <a:ea typeface="Noto Sans CJK SC"/>
                <a:cs typeface="Noto Sans CJK SC"/>
              </a:rPr>
              <a:t>一个问题，两条不对称路径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D8383-F998-411D-9CC6-C895D37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12954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315F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2688A-510C-4C3C-91B0-883FD5A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13525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4A8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937F3-88A9-413D-8B32-C2E473C7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95550"/>
            <a:ext cx="99060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88">
            <a:solidFill>
              <a:srgbClr val="66A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498D0-9A91-450A-8277-AA60D4F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125730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3F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9F863-92F0-4952-9CE6-42C6235C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57600"/>
            <a:ext cx="13144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BF5C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7F08A-7D7F-467D-9E89-40D758D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24300"/>
            <a:ext cx="10668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38">
            <a:solidFill>
              <a:srgbClr val="E383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647F0-D0B7-4C60-AD58-FDFF277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A124D-94B5-466F-828B-B15335D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C1B69-955C-44CA-B2F1-B5EF646B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0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78E0B-96FB-4495-B459-D786972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DE872-3AE3-4DC6-8E93-F8F383AD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29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21A84-DBB1-4CF1-8F2E-7E024CD8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60236-29A5-4FA4-B16F-FB7A1AB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63348-890A-4A1B-B2D8-487722D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1B5E8-3568-43D5-AD83-ABFF4B6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81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80C9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80C9AE"/>
                </a:solidFill>
                <a:latin typeface="Noto Sans CJK SC"/>
                <a:ea typeface="Noto Sans CJK SC"/>
                <a:cs typeface="Noto Sans CJK SC"/>
              </a:rPr>
              <a:t>证据合同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90C78-F5C8-4353-8EF6-2131E74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4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D885E-CFDF-4DFD-AA5B-671ABA4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rPr>
              <a:t>01  复现与测量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A880B-71F0-4A74-859B-7210EFE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81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分析与知识写回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83C52-A1C7-411A-9D98-39CA613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rPr>
              <a:t>03  挑战与条件部署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C8CF0-0CB8-4E7A-9321-A8B1DE1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15F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C6511-37D8-4C83-9C7D-68D0815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2AA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BD6BB-A447-47A2-85F1-CFD7061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C66A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C1E05-B004-43C9-84A4-5ECB3CB7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奶龙必胜｜蔡雨洋 · 李奥 · 赵骋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D3852-A754-4D8C-9F0E-BF1E75A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150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rPr>
              <a:t>HMMA 兼容路径与 tcgen05 原生路径</a:t>
            </a:r>
          </a:p>
        </p:txBody>
      </p:sp>
    </p:spTree>
    <p:extLst>
      <p:ext uri="{BB962C8B-B14F-4D97-AF65-F5344CB8AC3E}">
        <p14:creationId xmlns:p14="http://schemas.microsoft.com/office/powerpoint/2010/main" val="475246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8D7DA-9453-4B94-BAB4-DA97EC5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D6EEF-489E-4D83-BA88-8375FBB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2A26D-2427-4C0C-ADA1-160A8DA6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44C69-2C47-43E4-AAC4-A9A5563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02918-17CB-473B-AFCF-825F4256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D163F-24A6-493E-8775-DDE93706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B0AE-7449-48AC-B9EB-5D651BFF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E4775-8B22-4A05-849A-E25E5B59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75C5D-6A90-4D81-8371-57B074C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BA5BE-9355-453C-BA00-23273B0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54FF3-0485-491A-B567-94EAF2E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8D402-0F43-4310-8081-E52D732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4A724-DE37-4D59-BB0B-C5430E6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F5C8D-2189-4969-A3D8-1271FF6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3E5A0-E24F-4B6B-8771-4601FCCB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874DC-6836-49E9-A551-7DFD8C1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E1783-EAAD-4957-B94A-E0E6100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514AC-C581-42DE-AD95-9E2652D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949E1-190D-4DC0-A2C6-25C1239A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DA609-EE23-4F88-B59B-F2BC5BA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90667-E2F0-4D70-9426-1E2334A7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301690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3CD77-A395-4663-AF50-4E906264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00AB9-672D-4205-AE6C-AA03F51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592D2-5F7C-4F95-8713-6A73E20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E8F6F-7F27-45FD-8849-3D28D97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6D7B2-6E0B-475A-9620-EBFBAA44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3CA9-34D4-4528-A4AB-39669E3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A1710-74A7-4CED-9BAD-A89D701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58D07-85B5-4A82-B109-479BB55C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16313-B48E-4754-B308-FA8BFF1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319FE-89A0-4952-8899-BD9E503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B86C9-98E2-4612-94A1-FE9229A9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4B21F-4BCE-40BA-AADC-62029B8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552F6-1855-4430-BFFC-4C6679E8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AFE68-96A0-4318-A4E4-0B73A44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8D321-7F75-40C6-9D81-CB875E9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EA176-8DF1-4ED6-B8AE-09D6AAE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677AC-5B14-4577-A10B-70D0E7FC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BAFAF-AD03-498F-AD03-31B6D09A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7083A-3945-4397-BB47-AED45DDF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F19F5-FA62-4271-938D-C9BCE3A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1586C-2BC6-4889-8A33-F207075F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9612F-B29A-4A09-8635-C854822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5D9AE-77F8-46AB-BDB8-43C55108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8BAC2-6F7F-49D2-A560-01761BD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1F33A-AFD7-458D-84FF-A69254A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7A395-A191-48B4-8648-9D910D9C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2D37D-EC42-42D3-A81B-2B4A5FDA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CE99F-E6CF-42DD-9A03-AF5BF053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92877-4772-40A5-ADBC-3B560BB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6D3F3-F45D-4608-B2A8-D276596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155809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26DA33-9DFB-4209-9BC9-73E9213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1651D-1F12-4486-A3CC-F1F85195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B183F-1ED1-4C90-97AA-AD46FBA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B93D2-7817-441A-BFD2-7932FE7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EA23-4845-4510-81DA-BC6ED77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7215E-3ABF-4DE9-851C-F8067A5D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13467-B7D4-44AF-B852-4A9788B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D7B03-95BF-48DA-B621-DCBD339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1ce47ea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1749D-2F8A-4EC5-9B7B-39C724B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37D59-035B-4AC0-ABBA-D7B90D05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4DD06-B043-4AAD-802C-0D206CF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44E30-8EB4-4867-9523-7668783B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5c149f5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228D3-A1D6-4E2E-8D87-B02BDAD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E0652-91EF-4100-B15B-5BA2A12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75C01-4CDB-45A0-B7BE-C00D063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2D50-393C-4F97-ACAB-BFF25B0F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17A34-CB61-47EF-BE88-DC3B758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8E565-E53D-4010-A843-3F7C6AB9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B3A31-74B9-4AE0-AD8B-22074F2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44CD4-6B52-46DF-9AA2-28782F01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E7C79-59D6-46C2-A48A-E9147C9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4872F-A2AC-42A8-B0FB-0C46DA4B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B4B31-77A9-411D-A02C-94C2EA89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6F13D-286B-44C8-91CE-ACEF95B3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0F046-4046-4FF7-9B17-8EB05FC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46335-A8D7-4322-983A-53FFCE4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CF09B-A553-4FD8-9D66-CE149D2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646CC-2E4E-4EE3-B020-AC2AB8C1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26407-4EDA-4F70-81AA-866A6C84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E2C20-91AC-4C39-9DDD-CEF7F91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D49F9-ECCE-44E7-977E-B1EB1EA1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14B8E-7CAB-4DF0-8CA3-1822B4DC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DE469F-B45C-4ED3-9CBE-0CB41732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76CF5-33D1-4CA2-B13B-863AC17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A4A77E-CB6D-4634-B5F3-76E463F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15F283-B80B-4F50-98F1-5C107F26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A7E8B1-CF21-4262-BC84-42E873E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4757C7-F9B3-43BC-9665-B16BD73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425942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FD188B-31F3-414A-A343-232C56DC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8183A-B606-4278-8A56-BA522465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B2339-D8EC-453D-A3D9-7562341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F6998-D3AF-4DAD-80DE-FCD70D1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3C94-6843-473B-B449-65867A1C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97827-26AF-49C5-902A-A029584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EDE47-3641-4B79-8E94-4B5E1F90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1D447-1CA3-4BF5-B383-5C0D299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3EF2E-9175-4035-BCA0-A47CC32C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9FE8-D772-4185-AAED-769B24A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677A3-420F-4A0A-981A-5D1C0F62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5D57E-87B3-4717-81B8-31C5824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57FE6-6AED-4884-8921-B32BA6C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6AD04-C660-4656-8C57-D6211417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A10E4-F803-46B0-A180-8C70C36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BD329-E74B-4F55-813D-6378252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B9437-617B-48A8-93F2-73F17B90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5AF73-53CD-4781-964D-22BC4041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333E3-15E2-439E-82AE-79693BC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9EAD3-C784-454B-8A5F-A12AD2E6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2BD9A-DE80-40F5-ADAF-19BD6FC4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46692-0CD9-4483-81A5-CB2D4A2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5E5A1-E9F2-4A56-B98A-7910B300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BB70E-FCEE-454C-AD7E-E6BD690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4E795-E7E1-46DB-BC14-67B997A6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65606-6104-47E3-A349-E08C902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9F6E8-DEA0-48C2-A9C4-7EC72F65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3FB9C-E237-412D-AD04-D4282F6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E7E00-860D-403A-BD9E-4977333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29703-C396-43A3-BAD3-1A3584D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391D4-D194-41B8-BA79-FD845B7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FF111-A41C-4D6C-9833-BE06B92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159C7A-8E41-4579-80D1-68A16E32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6CFD5-5921-49A4-A91A-06AFF405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42A11-5B1F-4C23-A3D1-AB3F4E96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EE1D3-8ADA-449A-8D4A-8882F1D0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570174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F06ACD-978C-4227-AC5C-327FBD0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F4FB-2E84-4F49-ACC1-82B0812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双分支的公平性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40EAC-D58A-4F2F-BD5D-E4F8DA8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0F6F6-BBDC-48F3-A0C9-31BF968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72E9D-9A47-4BA1-AB43-577D1CF6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架构收益只能从“同预算的最优边界”中被分离出来。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D4F2B-CEF1-4DC4-AADB-3C2F6D7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两条支路的搜索能量可以不同，但机会预算与证据门槛必须一致。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9A57B-7543-4D3E-8039-1C19E61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4288">
            <a:solidFill>
              <a:srgbClr val="D2AA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6E351-1BDB-4F39-ACDA-CF07EF25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AD660-3A35-42E4-A54F-30B547F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12192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9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1D27A-56DC-40A5-B976-5D5414E4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4C86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A2688-22C1-4B88-8C03-DC399A4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13811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9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1536-5EF0-45B2-A758-3BE9C57D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11332-FFE6-42F0-9579-D1DAFA56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543DE-E122-4179-BFB1-B169440C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0CFEA-3C92-4595-A3E9-DAE8CD01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87218-C17A-46CC-B57D-6FE7993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H0  官方路径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8B1-4605-4698-A5A8-F552F02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  同预算最优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ABF00-9345-408D-A499-47C09A5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局部闭包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4908A-88A1-449B-B5A3-7A8D9B4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200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50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008A1-E533-44C3-BBC1-FD7CB3FD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14478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C767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D57D4-1D30-40FC-91E1-3623CD86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13906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08A6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00507-8ED6-4963-B4E0-EB9F475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91003C-34DA-4586-9648-4B385F75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F680B-4FBB-4482-B8DB-28FA810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0700C-A3AC-4FCC-A91D-AF84096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9357A-313D-46EA-B4A7-D4D0416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T0  同预算接入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5C4A2-6E4D-413F-8C7D-6A0771B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  布局与全栈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B295C-B8EA-41D2-A39F-97270474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61C99-6AA2-4B92-AA45-7FA5EAA5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共享证据合同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41794-05F1-476F-9DCB-45656C6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DAEBC-12C7-4582-8E9F-173C1D8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工作负载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31CA4-DDBE-469A-A62D-1C339A2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q / k / v、状态和打包边界一致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7485B6-9074-4149-BAD7-B7291108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130FB-22EF-4FE8-9289-3B724094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机会预算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1BC257-492B-4243-97E9-301316B2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每轮候选数和搜索机会匹配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62246-782A-44CF-A553-92D2F27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24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5EA60-6668-4FA7-A6CC-42A7E75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证据门槛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FFCE27-43FC-441F-BD0A-BD3B77A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身份、output + final state、public-full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AFA67-D637-4B9F-8CEC-780881D8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362559-3AD2-4146-A521-4077761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比较对象  </a:t>
            </a:r>
            <a:r>
              <a:rPr>
                <a:solidFill>
                  <a:srgbClr val="151A21"/>
                </a:solidFill>
              </a:rPr>
              <a:t>同预算的最优边界，不是新旧指令的标签。</a:t>
            </a:r>
          </a:p>
        </p:txBody>
      </p:sp>
    </p:spTree>
    <p:extLst>
      <p:ext uri="{BB962C8B-B14F-4D97-AF65-F5344CB8AC3E}">
        <p14:creationId xmlns:p14="http://schemas.microsoft.com/office/powerpoint/2010/main" val="1720626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d3a07cd0048c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70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0e4580a3e43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58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199FC-69BA-43B4-8A4C-92DFB241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9D7F9-BBEB-4558-8368-23658582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EFD6D-EE37-4860-A982-3A4890C9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A37CC-EB48-4656-A357-ECB8A7DB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8C95-AC7A-4D39-AD4D-DA9912C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43F93-A9D7-4265-ACE2-4AF021C2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22FBD-D389-430E-BE65-C68DC0F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5B17D-C2CA-44F4-8368-F9A69A17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3F2C7-5640-4AB4-8D44-15F8F81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25AFB-3161-4C55-83C1-5B3A598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0BB24-E81A-4546-A4E6-5A9A5ECE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CB612-4177-4E16-BB13-D643372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35FC0-F38E-499F-975C-F8D2D41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B4A14-EBD0-4FD3-8BCB-51F7C63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14579-4487-4EB7-9772-5C81511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41B3-6031-4992-BDD5-9533166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05077-0649-482C-9150-6F82E58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6AA20-11FD-4D31-9D47-564A026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F23AA-8442-4744-B247-4D9F890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3493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B62E9-083D-469D-93E9-DEA2CB09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22769-52AA-4392-A06A-C0FE54E6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四条挑战路径的投入与回报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DA739-AB2A-4353-8ED3-210D39F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1429-88B0-4433-B768-76A0DD95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893AC-647F-4D9C-BFBD-C76CE4B4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气泡大小表示改造能量，位置表示完整路径的实测回报。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96068-36C4-4873-9327-F38A5207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快速试探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4DCC1-7A85-4B96-8A3B-6184C8B1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全栈改造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FCA8D-B71F-4E94-889A-30E2D75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CE31-DD99-4DF4-84C7-E210C1C2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43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改造范围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F5E01-2E3F-4579-B9F8-77E72A1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8C356-0507-4B53-BCB7-0B8504AE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回报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1FE46-B40E-4C3B-A49D-DF3BD6A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1145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965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389B9-2F69-483B-B881-D1C1C16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22479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8B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55504-9200-4F1B-B306-E22E8FC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20955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9B6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5ED6A-B992-4CEF-A391-3D4251C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05740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5E927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4C68-CEBE-4137-A9DD-2D19DE2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A94E5-3692-4691-BFCD-29D7304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C3428-0470-4BF3-9C7D-10C75F5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01  Direct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EE0DF-339D-461F-B58A-8D49D31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只替换矩阵乘加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80F37-935A-4F68-8EAB-AE7FE92F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3"/>
          </a:solidFill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FE3DB-7667-474C-8598-5ECBCBC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21055-9A32-4315-9614-10C02B4F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14973-1DED-4B4E-A7F1-6DA08C32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02  V16 布局探针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184B4-093D-405F-B100-033E78E3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核心计算有潜力，承载层会吞掉收益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4A926-FB58-44C3-BFED-E184290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15A5E-3CE5-4DEF-A2C5-76C9525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0.906×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E0993-2698-4D15-9328-D67D589D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03  H3 数据流重排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93BC0-E9C6-4F68-A8F3-3795BB2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正确，但串行路径未缩短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2FCB9-58BD-49F2-A1DC-81350D0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3813">
            <a:solidFill>
              <a:srgbClr val="2F7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2481D-F29E-46FC-9C76-916E7B54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193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51BD3-AE85-41F0-8540-3BF681F9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6BF9F-0F9C-4787-8B2D-F0624E4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9 / 9 获益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462F3-C9E1-41E4-9AE7-4660966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04  CAKE 全栈协同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381E6-14D8-43F2-9149-485ABDB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驻留、角色、流水、布局与分发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8D9CCB-3379-4159-BA2E-1AB487F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轨迹展示的不是线性进步。 </a:t>
            </a:r>
            <a:r>
              <a:rPr>
                <a:solidFill>
                  <a:srgbClr val="151A21"/>
                </a:solidFill>
              </a:rPr>
              <a:t>Direct 和 H3 留下负边界，V16 揭示 carrier 问题，CAKE 才将这些知识组成完整收益。</a:t>
            </a:r>
          </a:p>
        </p:txBody>
      </p:sp>
    </p:spTree>
    <p:extLst>
      <p:ext uri="{BB962C8B-B14F-4D97-AF65-F5344CB8AC3E}">
        <p14:creationId xmlns:p14="http://schemas.microsoft.com/office/powerpoint/2010/main" val="1993335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3EB1E1-A38C-45BD-9631-8AD3939B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9D1A-0028-4658-A7CE-A1291D8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4802F-2236-4B7F-9CD7-24FCB64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E71FE-35F4-4F13-8FDD-55A59976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789B2-2422-4EAC-B0E3-79BEF6DE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C0F2D-CF14-43A9-BC6A-A462576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32BF7-D361-4A87-A768-B466057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ACB21-B707-44E4-A0C8-9CEDC3A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A3EFF-4E19-4E6B-BCD7-8178255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4D172-07F9-4F58-92E1-E69D20B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CC0E3-EA5C-4B43-8AFC-ECE13AA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6AA08-75B0-4509-B8EF-DD6FB5E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A92FF-01F3-4ED1-A577-51DF5B71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39AD6-D899-4267-B6E9-7D49072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6068A-0A3F-412F-AEEC-678F83DD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EE011-4DFB-4D4D-9F27-FD0630F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3AD59-A982-447F-BECD-5D0D1CC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738FD-6995-470A-87BB-276467F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EEA7B-6C0C-41C8-9ADF-0F392C21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F3F8B-0633-4388-A1AA-1977C91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D9FE3-EEB2-498D-9AB5-35A598F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C909E-12B5-4A49-9B63-7CB9134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21582-64A3-4FEF-8155-E2410F4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7809E-9605-405A-BBB2-EF057A2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361B3-3CDA-4923-B4C2-01A8C0E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CD54B-9D60-4D46-AE88-434499F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71436-54B5-4BC6-A8E1-3A1ED26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09186-E8B6-4024-901D-BB17D69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85A6B-5B98-4CFE-9183-E84EFF29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F2712-F150-4C2E-8578-8C6402F5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4E17B-E9F6-4F84-82FD-84515748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3B77A-0F28-4D81-8449-0B19AB0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99ACA-69A3-4E1C-A415-F12BF14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613FE-AAB9-4216-B13A-80D4EA8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3F1E7-EF76-4523-AECF-454429A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21B5B8-093C-49DE-A684-DCEE9523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B20B98-CD6C-4352-A409-924ACD3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38F5FD-F623-4D61-8491-C30923E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1021139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4EC29-3FC6-48DB-9541-82030C7F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809B-E5FB-4675-B7BC-AF9D585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F6E2-9D07-4D53-83F4-760ED78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76A3-AD32-4FD8-A7EB-51818E1A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C0DA-5A1F-4B38-A058-7916C453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4550-8CF4-4C9F-82A8-3277CBE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77C57-1674-4BE7-879F-20A5F26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2408E-06FA-43A4-B169-B34A18A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851A9-D681-4179-B389-4DBDD973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0F0CF-2C86-48E5-91A6-9AED6C9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268BF-07FA-431B-BF26-E45BD785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CC1BF-8A10-4790-AA95-82690CED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AEDD5-3DEC-4F52-934F-ED98E994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15E6F-7510-491A-8349-A26442D7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4CB4B-AFF4-43C4-A3F2-C39D2E3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7DD0F-97FE-46DC-B6BC-78A46202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B189C-7529-4870-B2A1-162F220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47031-83B6-4A28-8B4C-39BE8911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C46B5-4768-42A7-996A-A292970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3CE77-5922-4879-A585-5D5BA472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44763-31E1-4834-9241-C075763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14098-E87F-4653-9C20-59A56EA1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7ABB4-D0CE-4ECC-B527-058DC33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B187F-4301-4524-82CD-930DD5F8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A6D6E-6EA8-4716-8456-012ED43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698A4-82D2-470C-9CBC-D9E52B99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12950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51a4d212c4d3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51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E1C6FF-49BD-40CD-BF21-809453F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0D493-FAED-4948-9856-4DB5833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证据驱动的条件部署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5C006-9E8E-4100-B4FA-04ED924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AFCCB-509E-4D06-9301-F051BDEE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174FB-5B46-49D6-88C8-C7813966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线上路由不应求一刀切。证据足够的 profile 走 SM100，其余保留 HMMA 回退。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6030D-BA4E-4E0A-B686-FBD758F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7145">
            <a:solidFill>
              <a:srgbClr val="D2A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FA791-1BCB-4965-8575-76D46ED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负载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45BBB-5332-45B0-A15F-34C4688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型号 · head 数 · 序列形态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E996B-94E5-44FB-A796-1C12F88B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14668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0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EC235-98E0-466A-A139-E3A1092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CB2C-31CE-41C5-BAFA-A54FE8C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资格检查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448AE-ACF5-40E7-A87C-EAE6521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B300 且 profile 已认证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B4BA0-721E-4A78-8EC2-851C3F98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147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EBC8B-3BB4-49A0-98FE-928EC11D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public-full 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5F25E-1052-4B3C-8616-D18A735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5240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7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32BE2-18CF-4647-9D90-7C04861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2F7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DE302-7391-44F8-BD08-CE50EA9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14668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5F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7AB96-0137-41F4-8780-0D974FD1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05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C5F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D8376-9286-4CB5-BB16-A7C737F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6E96E-7DFF-492C-814D-3FCABA49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FEBF1-1DA0-48A2-89D5-A1A476C9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4E005-EF16-467D-91B2-07F596B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A82CB-EB06-4F61-AD63-7A6923B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认证路径 T2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61E32-DA58-410C-94E0-871DCC1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条件成立时启用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0F743-F465-4561-9821-612914D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F6"/>
          </a:solidFill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635CA-FC57-4711-88F1-CE0E5B4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43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17C61-73CB-4571-98C2-0B5C2FD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81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默认回退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AB0AC-6097-4AC9-8D75-619B2EF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435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保持跨代可用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C626C-C5D3-480B-BA49-2A92CC7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1DEA6-491C-47AC-974D-A5CC3A7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晋级证据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00BC8-EFF9-40F3-B1F2-249AC7F0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E08DB3-F958-483C-80CE-BB98B33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38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E93F3-779B-4C7A-81C7-10DDC4D8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8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1275E-97BA-4DC8-9002-9B0B1ABD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工作负载认证</a:t>
            </a:r>
          </a:p>
        </p:txBody>
      </p:sp>
    </p:spTree>
    <p:extLst>
      <p:ext uri="{BB962C8B-B14F-4D97-AF65-F5344CB8AC3E}">
        <p14:creationId xmlns:p14="http://schemas.microsoft.com/office/powerpoint/2010/main" val="1834900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BB1D9-8A22-4C81-8404-E110863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CF675-4F56-401E-9823-2BB0D09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A6F18-CEC8-428B-AC7E-46BF9342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7d5e80cc6498f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5F67A-A34D-4EA6-9F76-9D895FC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3659D-3132-4E83-B281-5F6C379A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8EBF-2645-419C-97E6-AB584CF5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B98FA-748B-4AAC-B227-7A2B5E6E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D10A3-64A9-4326-8F87-C8B1DAB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CDB1A-D458-4345-9DA6-322ED506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7012B-A0C8-468B-9BC4-538F8F1F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7C978-6138-4E14-B3DF-3C719CC1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0C2B4-FDCE-41AB-86B6-668CBF3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5D116-50FC-4000-8F62-7971E6B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F50AE-A1F6-4181-BBD8-3BE36198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3CBDD-A817-4B4E-A867-8BA14DBC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81404-9BC7-4590-82B6-A04346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1154488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2026-09-11T01:45:59.3370000Z</dcterms:created>
  <dcterms:modified xsi:type="dcterms:W3CDTF">2026-09-11T01:45:59.3380000Z</dcterms:modified>
</coreProperties>
</file>